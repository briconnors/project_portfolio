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257" r:id="rId6"/>
    <p:sldId id="258" r:id="rId7"/>
    <p:sldId id="260" r:id="rId8"/>
    <p:sldId id="261" r:id="rId9"/>
    <p:sldId id="263" r:id="rId10"/>
    <p:sldId id="262" r:id="rId11"/>
    <p:sldId id="264" r:id="rId12"/>
  </p:sldIdLst>
  <p:sldSz cx="16251238" cy="996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E6F23-1621-4A38-BAD8-338183889C48}" v="8" dt="2026-10-12T14:33:5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4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na Connors" userId="96246469-06ed-4baa-9ca7-9968a3f4d29d" providerId="ADAL" clId="{36BBB477-5423-4468-BC9B-26F75829F2D9}"/>
    <pc:docChg chg="undo custSel addSld modSld modMainMaster modNotesMaster">
      <pc:chgData name="Brianna Connors" userId="96246469-06ed-4baa-9ca7-9968a3f4d29d" providerId="ADAL" clId="{36BBB477-5423-4468-BC9B-26F75829F2D9}" dt="2026-10-12T14:33:44.103" v="811"/>
      <pc:docMkLst>
        <pc:docMk/>
      </pc:docMkLst>
      <pc:sldChg chg="modSp mod">
        <pc:chgData name="Brianna Connors" userId="96246469-06ed-4baa-9ca7-9968a3f4d29d" providerId="ADAL" clId="{36BBB477-5423-4468-BC9B-26F75829F2D9}" dt="2026-10-12T14:33:44.103" v="811"/>
        <pc:sldMkLst>
          <pc:docMk/>
          <pc:sldMk cId="1671413635" sldId="256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671413635" sldId="256"/>
            <ac:spMk id="2" creationId="{95E51306-BA4D-15EF-DDFC-FED5FB70CE53}"/>
          </ac:spMkLst>
        </pc:spChg>
      </pc:sldChg>
      <pc:sldChg chg="modSp">
        <pc:chgData name="Brianna Connors" userId="96246469-06ed-4baa-9ca7-9968a3f4d29d" providerId="ADAL" clId="{36BBB477-5423-4468-BC9B-26F75829F2D9}" dt="2026-10-12T14:33:44.103" v="811"/>
        <pc:sldMkLst>
          <pc:docMk/>
          <pc:sldMk cId="3025246670" sldId="257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2" creationId="{AB458E8A-489B-7FD4-D116-5201129F02A7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10" creationId="{6DCA8BA5-7FA7-962F-6978-2ACBF6ED4A74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15" creationId="{AFE4075A-E55A-5994-CB08-805AAE46BA9A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34" creationId="{878760A3-CE01-67D4-CD18-6639D600479D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37" creationId="{D5176F48-2631-07E2-A137-B2E70EC86F34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40" creationId="{CB3AD507-947B-4596-688F-DEFDAFDBD736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55" creationId="{11C0692D-F4C4-4A56-6C13-95C8439F1141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65" creationId="{FCB04F7E-6F27-F3B0-C324-6FBC46311116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74" creationId="{9631C751-E1FB-B425-65C9-BE7A7D40EC5C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3025246670" sldId="257"/>
            <ac:spMk id="80" creationId="{1137B20A-FBBF-D136-FFE9-889EA82BA2F2}"/>
          </ac:spMkLst>
        </pc:spChg>
      </pc:sldChg>
      <pc:sldChg chg="modSp modNotes">
        <pc:chgData name="Brianna Connors" userId="96246469-06ed-4baa-9ca7-9968a3f4d29d" providerId="ADAL" clId="{36BBB477-5423-4468-BC9B-26F75829F2D9}" dt="2026-10-12T14:33:44.103" v="811"/>
        <pc:sldMkLst>
          <pc:docMk/>
          <pc:sldMk cId="1268911530" sldId="258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68911530" sldId="258"/>
            <ac:spMk id="2" creationId="{971FCA37-2E2D-7F70-855F-8B1540187004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68911530" sldId="258"/>
            <ac:spMk id="3" creationId="{FAAB94BC-1DB7-C32C-A74E-E1B98FA15014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68911530" sldId="258"/>
            <ac:spMk id="8" creationId="{6E3D8521-66ED-60D3-206D-B48D2278CF62}"/>
          </ac:spMkLst>
        </pc:spChg>
      </pc:sldChg>
      <pc:sldChg chg="modSp">
        <pc:chgData name="Brianna Connors" userId="96246469-06ed-4baa-9ca7-9968a3f4d29d" providerId="ADAL" clId="{36BBB477-5423-4468-BC9B-26F75829F2D9}" dt="2026-10-12T14:33:44.103" v="811"/>
        <pc:sldMkLst>
          <pc:docMk/>
          <pc:sldMk cId="1671473784" sldId="260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671473784" sldId="260"/>
            <ac:spMk id="2" creationId="{23E96516-DC9D-9828-C57A-655D98CF4958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671473784" sldId="260"/>
            <ac:spMk id="10" creationId="{B8D838D8-C518-A6DA-0192-049F466CB961}"/>
          </ac:spMkLst>
        </pc:spChg>
        <pc:graphicFrameChg chg="mod">
          <ac:chgData name="Brianna Connors" userId="96246469-06ed-4baa-9ca7-9968a3f4d29d" providerId="ADAL" clId="{36BBB477-5423-4468-BC9B-26F75829F2D9}" dt="2026-10-12T14:33:44.103" v="811"/>
          <ac:graphicFrameMkLst>
            <pc:docMk/>
            <pc:sldMk cId="1671473784" sldId="260"/>
            <ac:graphicFrameMk id="3" creationId="{3FB49966-EA98-15A7-BC4C-92906606A28A}"/>
          </ac:graphicFrameMkLst>
        </pc:graphicFrame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1671473784" sldId="260"/>
            <ac:picMk id="4" creationId="{020DC23A-3024-F5E7-F7D7-F7D9A01FEBE2}"/>
          </ac:picMkLst>
        </pc:pic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1671473784" sldId="260"/>
            <ac:picMk id="8" creationId="{444F14C4-9EB3-AF94-E4A5-2C08B20839D7}"/>
          </ac:picMkLst>
        </pc:picChg>
      </pc:sldChg>
      <pc:sldChg chg="modSp">
        <pc:chgData name="Brianna Connors" userId="96246469-06ed-4baa-9ca7-9968a3f4d29d" providerId="ADAL" clId="{36BBB477-5423-4468-BC9B-26F75829F2D9}" dt="2026-10-12T14:33:44.103" v="811"/>
        <pc:sldMkLst>
          <pc:docMk/>
          <pc:sldMk cId="781263283" sldId="261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2" creationId="{67FAE302-8290-B71F-9A18-332737243CC4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8" creationId="{76657F57-AA22-5071-6527-E34AA817CF68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12" creationId="{68076FAB-D916-EAD6-6163-356C23A829DC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15" creationId="{76E99444-A56C-85AB-90DB-EF0BD98C75BA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17" creationId="{B7B224BE-5315-29A1-6D74-9A3ED2970D45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19" creationId="{27BAA8DD-1E9F-E9D9-075E-79EAAE720B93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36" creationId="{B1B1354C-0C9B-9390-569E-54C2D73B4215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40" creationId="{D7293E91-196D-CDA2-E95E-DC732851FEC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44" creationId="{5A46ED5B-F577-A89F-50EE-0E0BFD187437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781263283" sldId="261"/>
            <ac:spMk id="49" creationId="{B8E9ADDC-0769-E348-1420-096A53D7FD7E}"/>
          </ac:spMkLst>
        </pc:spChg>
      </pc:sldChg>
      <pc:sldChg chg="modSp mod">
        <pc:chgData name="Brianna Connors" userId="96246469-06ed-4baa-9ca7-9968a3f4d29d" providerId="ADAL" clId="{36BBB477-5423-4468-BC9B-26F75829F2D9}" dt="2026-10-12T14:33:44.103" v="811"/>
        <pc:sldMkLst>
          <pc:docMk/>
          <pc:sldMk cId="646022591" sldId="262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646022591" sldId="262"/>
            <ac:spMk id="2" creationId="{C1D6CDBB-57D8-4F04-793B-EEE9026338CF}"/>
          </ac:spMkLst>
        </pc:sp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646022591" sldId="262"/>
            <ac:picMk id="6" creationId="{5BD59F49-E206-987C-561E-90D3440D1701}"/>
          </ac:picMkLst>
        </pc:pic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646022591" sldId="262"/>
            <ac:picMk id="9" creationId="{3E05CB0F-A12C-A256-B9C4-0E99A7F2FE75}"/>
          </ac:picMkLst>
        </pc:pic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646022591" sldId="262"/>
            <ac:picMk id="11" creationId="{1471542E-B938-833A-E0C8-FC2D9CA9785D}"/>
          </ac:picMkLst>
        </pc:pic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646022591" sldId="262"/>
            <ac:picMk id="16" creationId="{767A414C-370E-ADA3-117A-B73BF8DBEFA9}"/>
          </ac:picMkLst>
        </pc:picChg>
        <pc:picChg chg="mod">
          <ac:chgData name="Brianna Connors" userId="96246469-06ed-4baa-9ca7-9968a3f4d29d" providerId="ADAL" clId="{36BBB477-5423-4468-BC9B-26F75829F2D9}" dt="2026-10-12T14:33:44.103" v="811"/>
          <ac:picMkLst>
            <pc:docMk/>
            <pc:sldMk cId="646022591" sldId="262"/>
            <ac:picMk id="20" creationId="{1FA8CA10-857F-EEC0-F10C-1C6FA37ECD05}"/>
          </ac:picMkLst>
        </pc:picChg>
      </pc:sldChg>
      <pc:sldChg chg="addSp delSp modSp add mod setBg chgLayout">
        <pc:chgData name="Brianna Connors" userId="96246469-06ed-4baa-9ca7-9968a3f4d29d" providerId="ADAL" clId="{36BBB477-5423-4468-BC9B-26F75829F2D9}" dt="2026-10-12T14:33:44.103" v="811"/>
        <pc:sldMkLst>
          <pc:docMk/>
          <pc:sldMk cId="122586716" sldId="263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8" creationId="{33ABD9F8-0EAF-FA05-F90B-AF2ED96CD9B5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12" creationId="{E5FDCF53-6509-A5D7-9E07-5D0E6A01A831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15" creationId="{CFADFAC2-7BA4-4226-9457-090BA443409D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17" creationId="{AFCAE895-B1DF-A9B6-4AFE-E57B3405BDCC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19" creationId="{68AB92A6-821A-21E1-425F-469463E2C1CD}"/>
          </ac:spMkLst>
        </pc:spChg>
        <pc:spChg chg="add 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45" creationId="{E4BB9D12-2055-958C-BAAF-16D4728B36C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49" creationId="{B2A6DF11-055D-E5FB-F763-E0A94D3911FA}"/>
          </ac:spMkLst>
        </pc:spChg>
        <pc:spChg chg="add 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61" creationId="{1771BB6F-AAA2-33C4-63F4-079F309DF1B0}"/>
          </ac:spMkLst>
        </pc:spChg>
        <pc:spChg chg="add 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63" creationId="{E18A88F9-189F-082D-93E6-30487C0EC478}"/>
          </ac:spMkLst>
        </pc:spChg>
        <pc:spChg chg="add mod">
          <ac:chgData name="Brianna Connors" userId="96246469-06ed-4baa-9ca7-9968a3f4d29d" providerId="ADAL" clId="{36BBB477-5423-4468-BC9B-26F75829F2D9}" dt="2026-10-12T14:33:44.103" v="811"/>
          <ac:spMkLst>
            <pc:docMk/>
            <pc:sldMk cId="122586716" sldId="263"/>
            <ac:spMk id="69" creationId="{2343C344-4E15-6065-D5E1-945D26E17C25}"/>
          </ac:spMkLst>
        </pc:spChg>
      </pc:sldChg>
      <pc:sldChg chg="addSp delSp modSp new mod">
        <pc:chgData name="Brianna Connors" userId="96246469-06ed-4baa-9ca7-9968a3f4d29d" providerId="ADAL" clId="{36BBB477-5423-4468-BC9B-26F75829F2D9}" dt="2026-10-12T14:33:44.103" v="811"/>
        <pc:sldMkLst>
          <pc:docMk/>
          <pc:sldMk cId="4236167981" sldId="264"/>
        </pc:sld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k cId="4236167981" sldId="264"/>
            <ac:spMk id="2" creationId="{6B61E654-EB0A-06FB-08B4-136D2A6FF113}"/>
          </ac:spMkLst>
        </pc:spChg>
        <pc:picChg chg="add mod">
          <ac:chgData name="Brianna Connors" userId="96246469-06ed-4baa-9ca7-9968a3f4d29d" providerId="ADAL" clId="{36BBB477-5423-4468-BC9B-26F75829F2D9}" dt="2026-10-12T14:33:44.103" v="811"/>
          <ac:picMkLst>
            <pc:docMk/>
            <pc:sldMk cId="4236167981" sldId="264"/>
            <ac:picMk id="8" creationId="{3F964B18-AC84-1D83-23DA-D3BD38BA88D3}"/>
          </ac:picMkLst>
        </pc:picChg>
      </pc:sldChg>
      <pc:sldMasterChg chg="modSp modSldLayout">
        <pc:chgData name="Brianna Connors" userId="96246469-06ed-4baa-9ca7-9968a3f4d29d" providerId="ADAL" clId="{36BBB477-5423-4468-BC9B-26F75829F2D9}" dt="2026-10-12T14:33:44.103" v="811"/>
        <pc:sldMasterMkLst>
          <pc:docMk/>
          <pc:sldMasterMk cId="1810410306" sldId="2147483660"/>
        </pc:sldMasterMkLst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2" creationId="{00000000-0000-0000-0000-00000000000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3" creationId="{00000000-0000-0000-0000-00000000000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4" creationId="{00000000-0000-0000-0000-00000000000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5" creationId="{00000000-0000-0000-0000-00000000000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6" creationId="{00000000-0000-0000-0000-000000000000}"/>
          </ac:spMkLst>
        </pc:spChg>
        <pc:spChg chg="mod">
          <ac:chgData name="Brianna Connors" userId="96246469-06ed-4baa-9ca7-9968a3f4d29d" providerId="ADAL" clId="{36BBB477-5423-4468-BC9B-26F75829F2D9}" dt="2026-10-12T14:33:44.103" v="811"/>
          <ac:spMkLst>
            <pc:docMk/>
            <pc:sldMasterMk cId="1810410306" sldId="2147483660"/>
            <ac:spMk id="7" creationId="{00000000-0000-0000-0000-000000000000}"/>
          </ac:spMkLst>
        </pc:sp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860007817" sldId="2147483661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860007817" sldId="2147483661"/>
              <ac:spMk id="2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860007817" sldId="2147483661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860007817" sldId="2147483661"/>
              <ac:spMk id="7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2249926228" sldId="2147483663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2249926228" sldId="2147483663"/>
              <ac:spMk id="2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2249926228" sldId="2147483663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2249926228" sldId="2147483663"/>
              <ac:spMk id="7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912986123" sldId="2147483664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912986123" sldId="2147483664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912986123" sldId="2147483664"/>
              <ac:spMk id="4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3015505742" sldId="2147483665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015505742" sldId="2147483665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015505742" sldId="2147483665"/>
              <ac:spMk id="4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015505742" sldId="2147483665"/>
              <ac:spMk id="5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015505742" sldId="2147483665"/>
              <ac:spMk id="6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477958259" sldId="2147483668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477958259" sldId="2147483668"/>
              <ac:spMk id="2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477958259" sldId="2147483668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477958259" sldId="2147483668"/>
              <ac:spMk id="4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3608617205" sldId="2147483669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608617205" sldId="2147483669"/>
              <ac:spMk id="2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608617205" sldId="2147483669"/>
              <ac:spMk id="3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608617205" sldId="2147483669"/>
              <ac:spMk id="4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3608617205" sldId="2147483669"/>
              <ac:spMk id="8" creationId="{00000000-0000-0000-0000-000000000000}"/>
            </ac:spMkLst>
          </pc:spChg>
        </pc:sldLayoutChg>
        <pc:sldLayoutChg chg="modSp">
          <pc:chgData name="Brianna Connors" userId="96246469-06ed-4baa-9ca7-9968a3f4d29d" providerId="ADAL" clId="{36BBB477-5423-4468-BC9B-26F75829F2D9}" dt="2026-10-12T14:33:44.103" v="811"/>
          <pc:sldLayoutMkLst>
            <pc:docMk/>
            <pc:sldMasterMk cId="1810410306" sldId="2147483660"/>
            <pc:sldLayoutMk cId="155809052" sldId="2147483671"/>
          </pc:sldLayoutMkLst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155809052" sldId="2147483671"/>
              <ac:spMk id="2" creationId="{00000000-0000-0000-0000-000000000000}"/>
            </ac:spMkLst>
          </pc:spChg>
          <pc:spChg chg="mod">
            <ac:chgData name="Brianna Connors" userId="96246469-06ed-4baa-9ca7-9968a3f4d29d" providerId="ADAL" clId="{36BBB477-5423-4468-BC9B-26F75829F2D9}" dt="2026-10-12T14:33:44.103" v="811"/>
            <ac:spMkLst>
              <pc:docMk/>
              <pc:sldMasterMk cId="1810410306" sldId="2147483660"/>
              <pc:sldLayoutMk cId="155809052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D9DD4-BB5C-4CD9-BF6D-2F1C275C9E6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5029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F431D-959E-4F1E-B5ED-AD54E68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5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4400" y="1143000"/>
            <a:ext cx="50292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F431D-959E-4F1E-B5ED-AD54E68BA7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7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005" y="1102946"/>
            <a:ext cx="12554081" cy="587348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597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2005" y="6976433"/>
            <a:ext cx="12554081" cy="2458360"/>
          </a:xfrm>
        </p:spPr>
        <p:txBody>
          <a:bodyPr>
            <a:normAutofit/>
          </a:bodyPr>
          <a:lstStyle>
            <a:lvl1pPr marL="0" indent="0" algn="l">
              <a:buNone/>
              <a:defRPr sz="2932" baseline="0">
                <a:solidFill>
                  <a:schemeClr val="tx1">
                    <a:lumMod val="75000"/>
                  </a:schemeClr>
                </a:solidFill>
              </a:defRPr>
            </a:lvl1pPr>
            <a:lvl2pPr marL="609414" indent="0" algn="ctr">
              <a:buNone/>
              <a:defRPr sz="2932"/>
            </a:lvl2pPr>
            <a:lvl3pPr marL="1218829" indent="0" algn="ctr">
              <a:buNone/>
              <a:defRPr sz="2932"/>
            </a:lvl3pPr>
            <a:lvl4pPr marL="1828243" indent="0" algn="ctr">
              <a:buNone/>
              <a:defRPr sz="2666"/>
            </a:lvl4pPr>
            <a:lvl5pPr marL="2437657" indent="0" algn="ctr">
              <a:buNone/>
              <a:defRPr sz="2666"/>
            </a:lvl5pPr>
            <a:lvl6pPr marL="3047071" indent="0" algn="ctr">
              <a:buNone/>
              <a:defRPr sz="2666"/>
            </a:lvl6pPr>
            <a:lvl7pPr marL="3656486" indent="0" algn="ctr">
              <a:buNone/>
              <a:defRPr sz="2666"/>
            </a:lvl7pPr>
            <a:lvl8pPr marL="4265900" indent="0" algn="ctr">
              <a:buNone/>
              <a:defRPr sz="2666"/>
            </a:lvl8pPr>
            <a:lvl9pPr marL="4875314" indent="0" algn="ctr">
              <a:buNone/>
              <a:defRPr sz="266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" y="6"/>
            <a:ext cx="609421" cy="9966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399"/>
          </a:p>
        </p:txBody>
      </p:sp>
    </p:spTree>
    <p:extLst>
      <p:ext uri="{BB962C8B-B14F-4D97-AF65-F5344CB8AC3E}">
        <p14:creationId xmlns:p14="http://schemas.microsoft.com/office/powerpoint/2010/main" val="860007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005" y="1102946"/>
            <a:ext cx="12554081" cy="587348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959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005" y="6976433"/>
            <a:ext cx="12554081" cy="2458360"/>
          </a:xfrm>
        </p:spPr>
        <p:txBody>
          <a:bodyPr anchor="t">
            <a:normAutofit/>
          </a:bodyPr>
          <a:lstStyle>
            <a:lvl1pPr marL="0" indent="0">
              <a:buNone/>
              <a:defRPr sz="29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1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2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5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07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4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0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1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" y="6"/>
            <a:ext cx="609421" cy="9966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399"/>
          </a:p>
        </p:txBody>
      </p:sp>
    </p:spTree>
    <p:extLst>
      <p:ext uri="{BB962C8B-B14F-4D97-AF65-F5344CB8AC3E}">
        <p14:creationId xmlns:p14="http://schemas.microsoft.com/office/powerpoint/2010/main" val="224992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2004" y="2657689"/>
            <a:ext cx="5972330" cy="6323540"/>
          </a:xfrm>
        </p:spPr>
        <p:txBody>
          <a:bodyPr/>
          <a:lstStyle>
            <a:lvl1pPr>
              <a:defRPr sz="2399"/>
            </a:lvl1pPr>
            <a:lvl2pPr>
              <a:defRPr sz="2133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66247" y="2657689"/>
            <a:ext cx="5972330" cy="6323540"/>
          </a:xfrm>
        </p:spPr>
        <p:txBody>
          <a:bodyPr/>
          <a:lstStyle>
            <a:lvl1pPr>
              <a:defRPr sz="2399"/>
            </a:lvl1pPr>
            <a:lvl2pPr>
              <a:defRPr sz="2133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8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004" y="2490354"/>
            <a:ext cx="5972330" cy="10630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666" b="0">
                <a:solidFill>
                  <a:schemeClr val="tx2"/>
                </a:solidFill>
              </a:defRPr>
            </a:lvl1pPr>
            <a:lvl2pPr marL="609414" indent="0">
              <a:buNone/>
              <a:defRPr sz="2666" b="1"/>
            </a:lvl2pPr>
            <a:lvl3pPr marL="1218829" indent="0">
              <a:buNone/>
              <a:defRPr sz="2399" b="1"/>
            </a:lvl3pPr>
            <a:lvl4pPr marL="1828243" indent="0">
              <a:buNone/>
              <a:defRPr sz="2133" b="1"/>
            </a:lvl4pPr>
            <a:lvl5pPr marL="2437657" indent="0">
              <a:buNone/>
              <a:defRPr sz="2133" b="1"/>
            </a:lvl5pPr>
            <a:lvl6pPr marL="3047071" indent="0">
              <a:buNone/>
              <a:defRPr sz="2133" b="1"/>
            </a:lvl6pPr>
            <a:lvl7pPr marL="3656486" indent="0">
              <a:buNone/>
              <a:defRPr sz="2133" b="1"/>
            </a:lvl7pPr>
            <a:lvl8pPr marL="4265900" indent="0">
              <a:buNone/>
              <a:defRPr sz="2133" b="1"/>
            </a:lvl8pPr>
            <a:lvl9pPr marL="4875314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2004" y="3644075"/>
            <a:ext cx="5972330" cy="5325619"/>
          </a:xfrm>
        </p:spPr>
        <p:txBody>
          <a:bodyPr/>
          <a:lstStyle>
            <a:lvl1pPr>
              <a:defRPr sz="2399"/>
            </a:lvl1pPr>
            <a:lvl2pPr>
              <a:defRPr sz="2133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66247" y="2490354"/>
            <a:ext cx="5972330" cy="1063074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666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09414" indent="0">
              <a:buNone/>
              <a:defRPr sz="2666" b="1"/>
            </a:lvl2pPr>
            <a:lvl3pPr marL="1218829" indent="0">
              <a:buNone/>
              <a:defRPr sz="2399" b="1"/>
            </a:lvl3pPr>
            <a:lvl4pPr marL="1828243" indent="0">
              <a:buNone/>
              <a:defRPr sz="2133" b="1"/>
            </a:lvl4pPr>
            <a:lvl5pPr marL="2437657" indent="0">
              <a:buNone/>
              <a:defRPr sz="2133" b="1"/>
            </a:lvl5pPr>
            <a:lvl6pPr marL="3047071" indent="0">
              <a:buNone/>
              <a:defRPr sz="2133" b="1"/>
            </a:lvl6pPr>
            <a:lvl7pPr marL="3656486" indent="0">
              <a:buNone/>
              <a:defRPr sz="2133" b="1"/>
            </a:lvl7pPr>
            <a:lvl8pPr marL="4265900" indent="0">
              <a:buNone/>
              <a:defRPr sz="2133" b="1"/>
            </a:lvl8pPr>
            <a:lvl9pPr marL="4875314" indent="0">
              <a:buNone/>
              <a:defRPr sz="2133" b="1"/>
            </a:lvl9pPr>
          </a:lstStyle>
          <a:p>
            <a:pPr marL="0" lvl="0" indent="0" algn="l" defTabSz="1218829" rtl="0" eaLnBrk="1" latinLnBrk="0" hangingPunct="1">
              <a:lnSpc>
                <a:spcPct val="90000"/>
              </a:lnSpc>
              <a:spcBef>
                <a:spcPts val="2666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66247" y="3644075"/>
            <a:ext cx="5972330" cy="5325619"/>
          </a:xfrm>
        </p:spPr>
        <p:txBody>
          <a:bodyPr/>
          <a:lstStyle>
            <a:lvl1pPr>
              <a:defRPr sz="2399"/>
            </a:lvl1pPr>
            <a:lvl2pPr>
              <a:defRPr sz="2133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0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1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8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336" y="664424"/>
            <a:ext cx="4265950" cy="2325472"/>
          </a:xfrm>
        </p:spPr>
        <p:txBody>
          <a:bodyPr anchor="b">
            <a:normAutofit/>
          </a:bodyPr>
          <a:lstStyle>
            <a:lvl1pPr>
              <a:defRPr sz="4265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3932" y="996633"/>
            <a:ext cx="8103047" cy="7973060"/>
          </a:xfrm>
        </p:spPr>
        <p:txBody>
          <a:bodyPr/>
          <a:lstStyle>
            <a:lvl1pPr>
              <a:defRPr sz="2666"/>
            </a:lvl1pPr>
            <a:lvl2pPr>
              <a:defRPr sz="2399"/>
            </a:lvl2pPr>
            <a:lvl3pPr>
              <a:defRPr sz="2133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1336" y="3051428"/>
            <a:ext cx="4265950" cy="5536848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1066"/>
              </a:spcBef>
              <a:buNone/>
              <a:defRPr sz="1733"/>
            </a:lvl1pPr>
            <a:lvl2pPr marL="609414" indent="0">
              <a:buNone/>
              <a:defRPr sz="1599"/>
            </a:lvl2pPr>
            <a:lvl3pPr marL="1218829" indent="0">
              <a:buNone/>
              <a:defRPr sz="1333"/>
            </a:lvl3pPr>
            <a:lvl4pPr marL="1828243" indent="0">
              <a:buNone/>
              <a:defRPr sz="1200"/>
            </a:lvl4pPr>
            <a:lvl5pPr marL="2437657" indent="0">
              <a:buNone/>
              <a:defRPr sz="1200"/>
            </a:lvl5pPr>
            <a:lvl6pPr marL="3047071" indent="0">
              <a:buNone/>
              <a:defRPr sz="1200"/>
            </a:lvl6pPr>
            <a:lvl7pPr marL="3656486" indent="0">
              <a:buNone/>
              <a:defRPr sz="1200"/>
            </a:lvl7pPr>
            <a:lvl8pPr marL="4265900" indent="0">
              <a:buNone/>
              <a:defRPr sz="1200"/>
            </a:lvl8pPr>
            <a:lvl9pPr marL="487531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5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" y="7419375"/>
            <a:ext cx="15052709" cy="2546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3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45" y="7640855"/>
            <a:ext cx="13305701" cy="1328844"/>
          </a:xfrm>
        </p:spPr>
        <p:txBody>
          <a:bodyPr anchor="b">
            <a:normAutofit/>
          </a:bodyPr>
          <a:lstStyle>
            <a:lvl1pPr>
              <a:defRPr sz="3732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" y="9"/>
            <a:ext cx="15052709" cy="7453560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4265">
                <a:solidFill>
                  <a:schemeClr val="bg1"/>
                </a:solidFill>
              </a:defRPr>
            </a:lvl1pPr>
            <a:lvl2pPr marL="609414" indent="0">
              <a:buNone/>
              <a:defRPr sz="3732"/>
            </a:lvl2pPr>
            <a:lvl3pPr marL="1218829" indent="0">
              <a:buNone/>
              <a:defRPr sz="3199"/>
            </a:lvl3pPr>
            <a:lvl4pPr marL="1828243" indent="0">
              <a:buNone/>
              <a:defRPr sz="2666"/>
            </a:lvl4pPr>
            <a:lvl5pPr marL="2437657" indent="0">
              <a:buNone/>
              <a:defRPr sz="2666"/>
            </a:lvl5pPr>
            <a:lvl6pPr marL="3047071" indent="0">
              <a:buNone/>
              <a:defRPr sz="2666"/>
            </a:lvl6pPr>
            <a:lvl7pPr marL="3656486" indent="0">
              <a:buNone/>
              <a:defRPr sz="2666"/>
            </a:lvl7pPr>
            <a:lvl8pPr marL="4265900" indent="0">
              <a:buNone/>
              <a:defRPr sz="2666"/>
            </a:lvl8pPr>
            <a:lvl9pPr marL="4875314" indent="0">
              <a:buNone/>
              <a:defRPr sz="26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45" y="8877253"/>
            <a:ext cx="13305701" cy="8676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66"/>
              </a:spcBef>
              <a:buNone/>
              <a:defRPr sz="1733">
                <a:solidFill>
                  <a:schemeClr val="bg1">
                    <a:lumMod val="85000"/>
                  </a:schemeClr>
                </a:solidFill>
              </a:defRPr>
            </a:lvl1pPr>
            <a:lvl2pPr marL="609414" indent="0">
              <a:buNone/>
              <a:defRPr sz="1599"/>
            </a:lvl2pPr>
            <a:lvl3pPr marL="1218829" indent="0">
              <a:buNone/>
              <a:defRPr sz="1333"/>
            </a:lvl3pPr>
            <a:lvl4pPr marL="1828243" indent="0">
              <a:buNone/>
              <a:defRPr sz="1200"/>
            </a:lvl4pPr>
            <a:lvl5pPr marL="2437657" indent="0">
              <a:buNone/>
              <a:defRPr sz="1200"/>
            </a:lvl5pPr>
            <a:lvl6pPr marL="3047071" indent="0">
              <a:buNone/>
              <a:defRPr sz="1200"/>
            </a:lvl6pPr>
            <a:lvl7pPr marL="3656486" indent="0">
              <a:buNone/>
              <a:defRPr sz="1200"/>
            </a:lvl7pPr>
            <a:lvl8pPr marL="4265900" indent="0">
              <a:buNone/>
              <a:defRPr sz="1200"/>
            </a:lvl8pPr>
            <a:lvl9pPr marL="487531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1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1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28225" y="553686"/>
            <a:ext cx="3301033" cy="85705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5704" y="553686"/>
            <a:ext cx="10309379" cy="85705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052710" y="6"/>
            <a:ext cx="1218843" cy="99663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39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2004" y="531540"/>
            <a:ext cx="12919734" cy="1926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005" y="2657689"/>
            <a:ext cx="11457123" cy="6323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4277930" y="1473084"/>
            <a:ext cx="2768422" cy="486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3B1BC8A-DF9C-406E-99A9-AAE3336AC785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3059819" y="5902561"/>
            <a:ext cx="5204636" cy="486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52710" y="8969694"/>
            <a:ext cx="1218843" cy="8628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4798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40069FF-D873-45C2-889F-BE74DDB53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1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8829" rtl="0" eaLnBrk="1" latinLnBrk="0" hangingPunct="1">
        <a:lnSpc>
          <a:spcPct val="90000"/>
        </a:lnSpc>
        <a:spcBef>
          <a:spcPct val="0"/>
        </a:spcBef>
        <a:buNone/>
        <a:defRPr sz="5865" kern="1200" spc="-67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765" indent="-243765" algn="l" defTabSz="1218829" rtl="0" eaLnBrk="1" latinLnBrk="0" hangingPunct="1">
        <a:lnSpc>
          <a:spcPct val="95000"/>
        </a:lnSpc>
        <a:spcBef>
          <a:spcPts val="1866"/>
        </a:spcBef>
        <a:spcAft>
          <a:spcPts val="267"/>
        </a:spcAft>
        <a:buClr>
          <a:schemeClr val="accent1"/>
        </a:buClr>
        <a:buSzPct val="80000"/>
        <a:buFont typeface="Arial" pitchFamily="34" charset="0"/>
        <a:buChar char="•"/>
        <a:defRPr sz="2399" kern="1200" spc="13" baseline="0">
          <a:solidFill>
            <a:schemeClr val="tx1"/>
          </a:solidFill>
          <a:latin typeface="+mn-lt"/>
          <a:ea typeface="+mn-ea"/>
          <a:cs typeface="+mn-cs"/>
        </a:defRPr>
      </a:lvl1pPr>
      <a:lvl2pPr marL="609414" indent="-243765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21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75063" indent="-243765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40712" indent="-243765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706360" indent="-243765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32683" indent="-304706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532561" indent="-304706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32440" indent="-304706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32318" indent="-304706" algn="l" defTabSz="1218829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1"/>
        </a:buClr>
        <a:buFont typeface="Wingdings 2" pitchFamily="18" charset="2"/>
        <a:buChar char=""/>
        <a:defRPr sz="186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14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29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43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57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071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486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00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14" algn="l" defTabSz="1218829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1306-BA4D-15EF-DDFC-FED5FB70C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0186" y="1144593"/>
            <a:ext cx="12554081" cy="5387285"/>
          </a:xfrm>
        </p:spPr>
        <p:txBody>
          <a:bodyPr>
            <a:normAutofit/>
          </a:bodyPr>
          <a:lstStyle/>
          <a:p>
            <a:r>
              <a:rPr lang="en-US" sz="4798" dirty="0"/>
              <a:t>Bri’s Battery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5B77A-E92A-B282-B9AB-ABD78C41A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265" dirty="0"/>
              <a:t>7/6/2026-8/13/2026</a:t>
            </a:r>
          </a:p>
        </p:txBody>
      </p:sp>
    </p:spTree>
    <p:extLst>
      <p:ext uri="{BB962C8B-B14F-4D97-AF65-F5344CB8AC3E}">
        <p14:creationId xmlns:p14="http://schemas.microsoft.com/office/powerpoint/2010/main" val="167141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8E8A-489B-7FD4-D116-5201129F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067" y="52300"/>
            <a:ext cx="6679045" cy="893818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State Machine Prototype (C++)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57734-221D-A3C0-BA4F-67B33C0BE2E4}"/>
              </a:ext>
            </a:extLst>
          </p:cNvPr>
          <p:cNvSpPr txBox="1"/>
          <p:nvPr/>
        </p:nvSpPr>
        <p:spPr>
          <a:xfrm>
            <a:off x="503986" y="2671063"/>
            <a:ext cx="1299958" cy="7076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33" dirty="0"/>
              <a:t>START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grid offset demand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AEAA2C-5013-E780-5E9E-D43D11B60BDD}"/>
              </a:ext>
            </a:extLst>
          </p:cNvPr>
          <p:cNvCxnSpPr>
            <a:cxnSpLocks/>
          </p:cNvCxnSpPr>
          <p:nvPr/>
        </p:nvCxnSpPr>
        <p:spPr>
          <a:xfrm>
            <a:off x="1135384" y="3439550"/>
            <a:ext cx="8668" cy="6979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B42930-B84C-55B2-9A81-ADA670461F4A}"/>
              </a:ext>
            </a:extLst>
          </p:cNvPr>
          <p:cNvSpPr txBox="1"/>
          <p:nvPr/>
        </p:nvSpPr>
        <p:spPr>
          <a:xfrm>
            <a:off x="3599735" y="4188765"/>
            <a:ext cx="2583801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MQTT_INIT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create clients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subscribe to topics </a:t>
            </a:r>
          </a:p>
          <a:p>
            <a:pPr algn="ctr"/>
            <a:r>
              <a:rPr lang="en-US" sz="1333" dirty="0"/>
              <a:t>?mqtt_initialized?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4065BE-BEC7-98CE-BC0D-ACD1DD5DC9BB}"/>
                  </a:ext>
                </a:extLst>
              </p:cNvPr>
              <p:cNvSpPr txBox="1"/>
              <p:nvPr/>
            </p:nvSpPr>
            <p:spPr>
              <a:xfrm>
                <a:off x="8" y="412503"/>
                <a:ext cx="4578798" cy="116955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u="sng" dirty="0"/>
                  <a:t>Key</a:t>
                </a:r>
                <a:r>
                  <a:rPr lang="en-US" sz="1400" dirty="0"/>
                  <a:t>:</a:t>
                </a:r>
              </a:p>
              <a:p>
                <a:pPr algn="ctr"/>
                <a:r>
                  <a:rPr lang="en-US" sz="1400" dirty="0"/>
                  <a:t>CAPS = state</a:t>
                </a:r>
              </a:p>
              <a:p>
                <a:pPr marL="380884" indent="-380884" algn="ctr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= action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/</m:t>
                    </m:r>
                    <m:r>
                      <a:rPr lang="en-US" sz="1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00" dirty="0"/>
                  <a:t> transition (true/false branch)</a:t>
                </a:r>
              </a:p>
              <a:p>
                <a:pPr algn="ctr"/>
                <a:r>
                  <a:rPr lang="en-US" sz="1400" dirty="0"/>
                  <a:t>?&lt;boolean&gt;? = condition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4065BE-BEC7-98CE-BC0D-ACD1DD5DC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" y="412503"/>
                <a:ext cx="4578798" cy="1169551"/>
              </a:xfrm>
              <a:prstGeom prst="rect">
                <a:avLst/>
              </a:prstGeom>
              <a:blipFill>
                <a:blip r:embed="rId2"/>
                <a:stretch>
                  <a:fillRect t="-515" b="-36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64C1F8-0916-EC29-B865-336C641AD414}"/>
              </a:ext>
            </a:extLst>
          </p:cNvPr>
          <p:cNvCxnSpPr>
            <a:cxnSpLocks/>
          </p:cNvCxnSpPr>
          <p:nvPr/>
        </p:nvCxnSpPr>
        <p:spPr>
          <a:xfrm>
            <a:off x="1812619" y="4478679"/>
            <a:ext cx="227599" cy="5634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C9A218C-2FD9-5C11-341C-93908439426B}"/>
              </a:ext>
            </a:extLst>
          </p:cNvPr>
          <p:cNvSpPr txBox="1"/>
          <p:nvPr/>
        </p:nvSpPr>
        <p:spPr>
          <a:xfrm>
            <a:off x="1732283" y="5182973"/>
            <a:ext cx="2181450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CHECK_BROKER</a:t>
            </a:r>
          </a:p>
          <a:p>
            <a:pPr marL="228530" indent="-228530" algn="ctr">
              <a:buFont typeface="Arial" panose="020B0604020202020204" pitchFamily="34" charset="0"/>
              <a:buChar char="•"/>
            </a:pPr>
            <a:r>
              <a:rPr lang="en-US" sz="1333" dirty="0"/>
              <a:t> check availability of host port</a:t>
            </a:r>
          </a:p>
          <a:p>
            <a:pPr algn="ctr"/>
            <a:r>
              <a:rPr lang="en-US" sz="1333" dirty="0"/>
              <a:t>?broker_available?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760A3-CE01-67D4-CD18-6639D600479D}"/>
              </a:ext>
            </a:extLst>
          </p:cNvPr>
          <p:cNvSpPr txBox="1"/>
          <p:nvPr/>
        </p:nvSpPr>
        <p:spPr>
          <a:xfrm>
            <a:off x="-190278" y="4139072"/>
            <a:ext cx="234731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CHECK_NETWORK</a:t>
            </a:r>
          </a:p>
          <a:p>
            <a:pPr marL="228530" indent="-228530" algn="ctr">
              <a:buFont typeface="Arial" panose="020B0604020202020204" pitchFamily="34" charset="0"/>
              <a:buChar char="•"/>
            </a:pPr>
            <a:r>
              <a:rPr lang="en-US" sz="1333" dirty="0"/>
              <a:t>check </a:t>
            </a:r>
            <a:r>
              <a:rPr lang="en-US" sz="1333" dirty="0" err="1"/>
              <a:t>wifi</a:t>
            </a:r>
            <a:r>
              <a:rPr lang="en-US" sz="1333" dirty="0"/>
              <a:t> </a:t>
            </a:r>
          </a:p>
          <a:p>
            <a:pPr algn="ctr"/>
            <a:r>
              <a:rPr lang="en-US" sz="1333" dirty="0"/>
              <a:t>?network_ready?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287859-CB0E-187F-1F16-9BFFA4B053D4}"/>
              </a:ext>
            </a:extLst>
          </p:cNvPr>
          <p:cNvCxnSpPr>
            <a:cxnSpLocks/>
          </p:cNvCxnSpPr>
          <p:nvPr/>
        </p:nvCxnSpPr>
        <p:spPr>
          <a:xfrm flipV="1">
            <a:off x="1936773" y="3715369"/>
            <a:ext cx="301180" cy="4577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C6581E2-1AE3-6DE6-6909-D1C1D4D85E59}"/>
              </a:ext>
            </a:extLst>
          </p:cNvPr>
          <p:cNvSpPr txBox="1"/>
          <p:nvPr/>
        </p:nvSpPr>
        <p:spPr>
          <a:xfrm>
            <a:off x="1732275" y="3994844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FD33BFC-D41A-B1F3-CEE2-34278EE8E1CB}"/>
              </a:ext>
            </a:extLst>
          </p:cNvPr>
          <p:cNvCxnSpPr>
            <a:cxnSpLocks/>
          </p:cNvCxnSpPr>
          <p:nvPr/>
        </p:nvCxnSpPr>
        <p:spPr>
          <a:xfrm flipH="1">
            <a:off x="2472145" y="6287928"/>
            <a:ext cx="393082" cy="539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742F95-636F-D044-7251-CA4F88D69BD4}"/>
              </a:ext>
            </a:extLst>
          </p:cNvPr>
          <p:cNvSpPr txBox="1"/>
          <p:nvPr/>
        </p:nvSpPr>
        <p:spPr>
          <a:xfrm>
            <a:off x="2660736" y="6109621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3B73B0E-C662-C3C3-50AE-68F3F8451677}"/>
              </a:ext>
            </a:extLst>
          </p:cNvPr>
          <p:cNvCxnSpPr>
            <a:cxnSpLocks/>
          </p:cNvCxnSpPr>
          <p:nvPr/>
        </p:nvCxnSpPr>
        <p:spPr>
          <a:xfrm flipV="1">
            <a:off x="3637496" y="4407843"/>
            <a:ext cx="302418" cy="6587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9D3C2E-ACF7-6EC2-D8DE-D8B277D7038C}"/>
              </a:ext>
            </a:extLst>
          </p:cNvPr>
          <p:cNvCxnSpPr>
            <a:cxnSpLocks/>
          </p:cNvCxnSpPr>
          <p:nvPr/>
        </p:nvCxnSpPr>
        <p:spPr>
          <a:xfrm>
            <a:off x="5687748" y="4886335"/>
            <a:ext cx="302418" cy="7764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DEBCB07-82DC-B0E3-AED2-0D92B2A376B8}"/>
              </a:ext>
            </a:extLst>
          </p:cNvPr>
          <p:cNvCxnSpPr>
            <a:cxnSpLocks/>
          </p:cNvCxnSpPr>
          <p:nvPr/>
        </p:nvCxnSpPr>
        <p:spPr>
          <a:xfrm>
            <a:off x="470958" y="8695350"/>
            <a:ext cx="58166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61596E2-3B08-17E4-1036-0A21802818A1}"/>
              </a:ext>
            </a:extLst>
          </p:cNvPr>
          <p:cNvSpPr txBox="1"/>
          <p:nvPr/>
        </p:nvSpPr>
        <p:spPr>
          <a:xfrm>
            <a:off x="771942" y="8682967"/>
            <a:ext cx="511454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Connect all components across the network of the IoT through MQTT over WiFi (hotspot)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5752BC3-447B-F4B4-FE52-2F6442A4568F}"/>
              </a:ext>
            </a:extLst>
          </p:cNvPr>
          <p:cNvCxnSpPr>
            <a:cxnSpLocks/>
          </p:cNvCxnSpPr>
          <p:nvPr/>
        </p:nvCxnSpPr>
        <p:spPr>
          <a:xfrm>
            <a:off x="313516" y="5542719"/>
            <a:ext cx="0" cy="3902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54139E-69DE-8270-21B2-4E02306DCE83}"/>
              </a:ext>
            </a:extLst>
          </p:cNvPr>
          <p:cNvCxnSpPr>
            <a:cxnSpLocks/>
          </p:cNvCxnSpPr>
          <p:nvPr/>
        </p:nvCxnSpPr>
        <p:spPr>
          <a:xfrm>
            <a:off x="6425433" y="8179320"/>
            <a:ext cx="0" cy="1266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CB04F7E-6F27-F3B0-C324-6FBC46311116}"/>
              </a:ext>
            </a:extLst>
          </p:cNvPr>
          <p:cNvSpPr txBox="1"/>
          <p:nvPr/>
        </p:nvSpPr>
        <p:spPr>
          <a:xfrm>
            <a:off x="5505691" y="5458732"/>
            <a:ext cx="2583801" cy="111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DATA_WAIT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subscribe for callback waiting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idle </a:t>
            </a:r>
          </a:p>
          <a:p>
            <a:pPr algn="ctr"/>
            <a:r>
              <a:rPr lang="en-US" sz="1333" dirty="0"/>
              <a:t>?packet_recieved?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C35A5B8-BFDB-CCE4-C8C4-372EDBCD273F}"/>
              </a:ext>
            </a:extLst>
          </p:cNvPr>
          <p:cNvCxnSpPr>
            <a:cxnSpLocks/>
          </p:cNvCxnSpPr>
          <p:nvPr/>
        </p:nvCxnSpPr>
        <p:spPr>
          <a:xfrm flipH="1" flipV="1">
            <a:off x="7253127" y="5026551"/>
            <a:ext cx="24719" cy="4628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8127321-4068-400D-7E76-9DA59DA1635A}"/>
              </a:ext>
            </a:extLst>
          </p:cNvPr>
          <p:cNvSpPr txBox="1"/>
          <p:nvPr/>
        </p:nvSpPr>
        <p:spPr>
          <a:xfrm>
            <a:off x="7520762" y="3955170"/>
            <a:ext cx="2947128" cy="132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PARSE_MESSAGE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decode payload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determine message type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organize metadata</a:t>
            </a:r>
          </a:p>
          <a:p>
            <a:pPr marL="380884" indent="-380884" algn="ctr">
              <a:buFont typeface="Arial" panose="020B0604020202020204" pitchFamily="34" charset="0"/>
              <a:buChar char="•"/>
            </a:pPr>
            <a:r>
              <a:rPr lang="en-US" sz="1333" dirty="0"/>
              <a:t>validate </a:t>
            </a:r>
          </a:p>
          <a:p>
            <a:pPr algn="ctr"/>
            <a:r>
              <a:rPr lang="en-US" sz="1333" dirty="0"/>
              <a:t>?message_processed?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D92D7-95AA-91B8-4BB3-FD9DAF839714}"/>
              </a:ext>
            </a:extLst>
          </p:cNvPr>
          <p:cNvCxnSpPr>
            <a:cxnSpLocks/>
          </p:cNvCxnSpPr>
          <p:nvPr/>
        </p:nvCxnSpPr>
        <p:spPr>
          <a:xfrm flipV="1">
            <a:off x="5515322" y="3783769"/>
            <a:ext cx="301180" cy="4577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1012F7A-5F97-FF4D-3707-CFD42EF2DEC9}"/>
              </a:ext>
            </a:extLst>
          </p:cNvPr>
          <p:cNvSpPr txBox="1"/>
          <p:nvPr/>
        </p:nvSpPr>
        <p:spPr>
          <a:xfrm>
            <a:off x="5310822" y="4063245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3027745-7A65-FE60-798A-E1C381AF0BC2}"/>
              </a:ext>
            </a:extLst>
          </p:cNvPr>
          <p:cNvCxnSpPr>
            <a:cxnSpLocks/>
          </p:cNvCxnSpPr>
          <p:nvPr/>
        </p:nvCxnSpPr>
        <p:spPr>
          <a:xfrm flipV="1">
            <a:off x="9887858" y="3556647"/>
            <a:ext cx="301180" cy="4577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631C751-E1FB-B425-65C9-BE7A7D40EC5C}"/>
              </a:ext>
            </a:extLst>
          </p:cNvPr>
          <p:cNvSpPr txBox="1"/>
          <p:nvPr/>
        </p:nvSpPr>
        <p:spPr>
          <a:xfrm>
            <a:off x="9705370" y="3829816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D5308B3-CCFF-A260-411E-7D911A538FB3}"/>
              </a:ext>
            </a:extLst>
          </p:cNvPr>
          <p:cNvCxnSpPr>
            <a:cxnSpLocks/>
          </p:cNvCxnSpPr>
          <p:nvPr/>
        </p:nvCxnSpPr>
        <p:spPr>
          <a:xfrm flipH="1">
            <a:off x="5523603" y="6315455"/>
            <a:ext cx="393082" cy="539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A823140-24A1-A31C-FF60-5EEB36A8E2C2}"/>
              </a:ext>
            </a:extLst>
          </p:cNvPr>
          <p:cNvSpPr txBox="1"/>
          <p:nvPr/>
        </p:nvSpPr>
        <p:spPr>
          <a:xfrm>
            <a:off x="5712195" y="6137148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37B20A-FBBF-D136-FFE9-889EA82BA2F2}"/>
              </a:ext>
            </a:extLst>
          </p:cNvPr>
          <p:cNvSpPr txBox="1"/>
          <p:nvPr/>
        </p:nvSpPr>
        <p:spPr>
          <a:xfrm>
            <a:off x="1375656" y="6820454"/>
            <a:ext cx="2478364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RETRY_BROKER (x5)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2CF79-D2BD-B684-E09B-69AFDA4BAD96}"/>
              </a:ext>
            </a:extLst>
          </p:cNvPr>
          <p:cNvSpPr txBox="1"/>
          <p:nvPr/>
        </p:nvSpPr>
        <p:spPr>
          <a:xfrm>
            <a:off x="1572520" y="3375448"/>
            <a:ext cx="270385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RETRY_NETWORK (x3)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A7249-2666-43A2-48E7-C86513F296AE}"/>
              </a:ext>
            </a:extLst>
          </p:cNvPr>
          <p:cNvSpPr txBox="1"/>
          <p:nvPr/>
        </p:nvSpPr>
        <p:spPr>
          <a:xfrm>
            <a:off x="5156885" y="3417206"/>
            <a:ext cx="227215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RETRY_MQTT (x5)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FEC-719B-A588-38CE-3B1F9E2244C7}"/>
              </a:ext>
            </a:extLst>
          </p:cNvPr>
          <p:cNvSpPr txBox="1"/>
          <p:nvPr/>
        </p:nvSpPr>
        <p:spPr>
          <a:xfrm>
            <a:off x="4193221" y="6853748"/>
            <a:ext cx="2827897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RETRY_SUBSCRIBE (x3)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4075A-E55A-5994-CB08-805AAE46BA9A}"/>
              </a:ext>
            </a:extLst>
          </p:cNvPr>
          <p:cNvSpPr txBox="1"/>
          <p:nvPr/>
        </p:nvSpPr>
        <p:spPr>
          <a:xfrm>
            <a:off x="9439677" y="3289010"/>
            <a:ext cx="1816617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PARSE_ERROR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4113FE-8235-9B45-779F-97EAFF69878F}"/>
              </a:ext>
            </a:extLst>
          </p:cNvPr>
          <p:cNvCxnSpPr>
            <a:cxnSpLocks/>
          </p:cNvCxnSpPr>
          <p:nvPr/>
        </p:nvCxnSpPr>
        <p:spPr>
          <a:xfrm flipV="1">
            <a:off x="2717851" y="2845434"/>
            <a:ext cx="301180" cy="4577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C4BDA0-4290-648B-43C6-43A4CDAA3711}"/>
              </a:ext>
            </a:extLst>
          </p:cNvPr>
          <p:cNvSpPr txBox="1"/>
          <p:nvPr/>
        </p:nvSpPr>
        <p:spPr>
          <a:xfrm>
            <a:off x="2513353" y="3124909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06B87C-5286-D207-2D37-76F5FD6F8C11}"/>
              </a:ext>
            </a:extLst>
          </p:cNvPr>
          <p:cNvCxnSpPr>
            <a:cxnSpLocks/>
          </p:cNvCxnSpPr>
          <p:nvPr/>
        </p:nvCxnSpPr>
        <p:spPr>
          <a:xfrm flipV="1">
            <a:off x="6190092" y="2902533"/>
            <a:ext cx="301180" cy="4577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665B34-8F66-A349-42AE-2A54EC9D734F}"/>
              </a:ext>
            </a:extLst>
          </p:cNvPr>
          <p:cNvSpPr txBox="1"/>
          <p:nvPr/>
        </p:nvSpPr>
        <p:spPr>
          <a:xfrm>
            <a:off x="5985593" y="3182010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31380D-9ED0-7BAD-0316-46203AD03DB8}"/>
              </a:ext>
            </a:extLst>
          </p:cNvPr>
          <p:cNvCxnSpPr>
            <a:cxnSpLocks/>
          </p:cNvCxnSpPr>
          <p:nvPr/>
        </p:nvCxnSpPr>
        <p:spPr>
          <a:xfrm flipH="1">
            <a:off x="5083809" y="7228169"/>
            <a:ext cx="393082" cy="539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BF7556-AA78-E2BB-F2C1-F3EE6E1CA3E4}"/>
              </a:ext>
            </a:extLst>
          </p:cNvPr>
          <p:cNvSpPr txBox="1"/>
          <p:nvPr/>
        </p:nvSpPr>
        <p:spPr>
          <a:xfrm>
            <a:off x="5272400" y="7049863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D7AF13-FA29-9A9A-1317-6687A559948C}"/>
              </a:ext>
            </a:extLst>
          </p:cNvPr>
          <p:cNvCxnSpPr>
            <a:cxnSpLocks/>
          </p:cNvCxnSpPr>
          <p:nvPr/>
        </p:nvCxnSpPr>
        <p:spPr>
          <a:xfrm flipH="1">
            <a:off x="1949256" y="7203916"/>
            <a:ext cx="393082" cy="539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12837B5-ADF2-9BA2-0546-5CB55CE579B3}"/>
              </a:ext>
            </a:extLst>
          </p:cNvPr>
          <p:cNvSpPr txBox="1"/>
          <p:nvPr/>
        </p:nvSpPr>
        <p:spPr>
          <a:xfrm>
            <a:off x="2137847" y="7025609"/>
            <a:ext cx="41798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>
                <a:solidFill>
                  <a:srgbClr val="C00000"/>
                </a:solidFill>
              </a:rPr>
              <a:t>X</a:t>
            </a:r>
            <a:r>
              <a:rPr lang="en-US" sz="1333" dirty="0"/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7167DC-9EC1-0560-2CAB-59F77B6D99B8}"/>
              </a:ext>
            </a:extLst>
          </p:cNvPr>
          <p:cNvSpPr txBox="1"/>
          <p:nvPr/>
        </p:nvSpPr>
        <p:spPr>
          <a:xfrm>
            <a:off x="5806206" y="2571327"/>
            <a:ext cx="1719155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MQTT_ERROR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4D1D24-BC0C-3EB4-D06D-FC5191363D9A}"/>
              </a:ext>
            </a:extLst>
          </p:cNvPr>
          <p:cNvSpPr txBox="1"/>
          <p:nvPr/>
        </p:nvSpPr>
        <p:spPr>
          <a:xfrm>
            <a:off x="2087355" y="2539857"/>
            <a:ext cx="232984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NETWORK_ERROR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3AD507-947B-4596-688F-DEFDAFDBD736}"/>
              </a:ext>
            </a:extLst>
          </p:cNvPr>
          <p:cNvSpPr txBox="1"/>
          <p:nvPr/>
        </p:nvSpPr>
        <p:spPr>
          <a:xfrm>
            <a:off x="1049350" y="7740024"/>
            <a:ext cx="2061197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BROKER_ERROR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8B5746-9711-8E51-DC72-3DDF09470B01}"/>
              </a:ext>
            </a:extLst>
          </p:cNvPr>
          <p:cNvSpPr txBox="1"/>
          <p:nvPr/>
        </p:nvSpPr>
        <p:spPr>
          <a:xfrm>
            <a:off x="4417206" y="7767544"/>
            <a:ext cx="233649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SUBCRIBE_ERROR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61C045-4D19-7015-018E-697B00BE1A69}"/>
              </a:ext>
            </a:extLst>
          </p:cNvPr>
          <p:cNvCxnSpPr>
            <a:cxnSpLocks/>
          </p:cNvCxnSpPr>
          <p:nvPr/>
        </p:nvCxnSpPr>
        <p:spPr>
          <a:xfrm>
            <a:off x="13707709" y="5506043"/>
            <a:ext cx="36197" cy="3939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4D83533-EBB3-E4EC-67B8-6117EE466EF1}"/>
              </a:ext>
            </a:extLst>
          </p:cNvPr>
          <p:cNvCxnSpPr>
            <a:cxnSpLocks/>
          </p:cNvCxnSpPr>
          <p:nvPr/>
        </p:nvCxnSpPr>
        <p:spPr>
          <a:xfrm flipV="1">
            <a:off x="6658042" y="8682975"/>
            <a:ext cx="6925292" cy="12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32E8860-D444-070E-F627-7667ECF1D264}"/>
              </a:ext>
            </a:extLst>
          </p:cNvPr>
          <p:cNvCxnSpPr>
            <a:cxnSpLocks/>
          </p:cNvCxnSpPr>
          <p:nvPr/>
        </p:nvCxnSpPr>
        <p:spPr>
          <a:xfrm>
            <a:off x="9875088" y="4925696"/>
            <a:ext cx="302418" cy="7764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E901075-60B8-AC23-7FE4-514D46ABF431}"/>
              </a:ext>
            </a:extLst>
          </p:cNvPr>
          <p:cNvSpPr txBox="1"/>
          <p:nvPr/>
        </p:nvSpPr>
        <p:spPr>
          <a:xfrm>
            <a:off x="7915468" y="8695355"/>
            <a:ext cx="542408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Pi receives data from ESPs and correlates identifiers to classes/structs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C0692D-F4C4-4A56-6C13-95C8439F1141}"/>
              </a:ext>
            </a:extLst>
          </p:cNvPr>
          <p:cNvSpPr txBox="1"/>
          <p:nvPr/>
        </p:nvSpPr>
        <p:spPr>
          <a:xfrm>
            <a:off x="10954883" y="4312150"/>
            <a:ext cx="2583800" cy="132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EVAL_CONTROL_PATH</a:t>
            </a:r>
          </a:p>
          <a:p>
            <a:pPr marL="228530" indent="-228530" algn="ctr">
              <a:buFont typeface="Arial" panose="020B0604020202020204" pitchFamily="34" charset="0"/>
              <a:buChar char="•"/>
            </a:pPr>
            <a:r>
              <a:rPr lang="en-US" sz="1333" dirty="0"/>
              <a:t>based on message type and metadata route each dataset to paired logic</a:t>
            </a:r>
          </a:p>
          <a:p>
            <a:pPr algn="ctr"/>
            <a:r>
              <a:rPr lang="en-US" sz="1333" dirty="0"/>
              <a:t>?control_mode_chosen?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endParaRPr lang="en-US" sz="1333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44B741-FBDC-29FA-6549-8F120830965C}"/>
              </a:ext>
            </a:extLst>
          </p:cNvPr>
          <p:cNvSpPr txBox="1"/>
          <p:nvPr/>
        </p:nvSpPr>
        <p:spPr>
          <a:xfrm>
            <a:off x="9313881" y="5714526"/>
            <a:ext cx="2988302" cy="111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EVAL_CURRENT_STATE</a:t>
            </a:r>
          </a:p>
          <a:p>
            <a:pPr marL="228530" indent="-228530" algn="ctr">
              <a:buFont typeface="Arial" panose="020B0604020202020204" pitchFamily="34" charset="0"/>
              <a:buChar char="•"/>
            </a:pPr>
            <a:r>
              <a:rPr lang="en-US" sz="1333" dirty="0"/>
              <a:t>check current stats</a:t>
            </a:r>
          </a:p>
          <a:p>
            <a:pPr marL="228530" indent="-228530" algn="ctr">
              <a:buFont typeface="Arial" panose="020B0604020202020204" pitchFamily="34" charset="0"/>
              <a:buChar char="•"/>
            </a:pPr>
            <a:r>
              <a:rPr lang="en-US" sz="1333" dirty="0"/>
              <a:t>compare current readings to boundaries/goal</a:t>
            </a:r>
          </a:p>
          <a:p>
            <a:pPr algn="ctr"/>
            <a:r>
              <a:rPr lang="en-US" sz="1333" dirty="0"/>
              <a:t>?current_state_chosen?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B04E99E-3203-4FBF-D017-D9785FE5E34D}"/>
              </a:ext>
            </a:extLst>
          </p:cNvPr>
          <p:cNvCxnSpPr>
            <a:cxnSpLocks/>
          </p:cNvCxnSpPr>
          <p:nvPr/>
        </p:nvCxnSpPr>
        <p:spPr>
          <a:xfrm flipV="1">
            <a:off x="10954883" y="5026551"/>
            <a:ext cx="302418" cy="6587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CA8BA5-7FA7-962F-6978-2ACBF6ED4A74}"/>
              </a:ext>
            </a:extLst>
          </p:cNvPr>
          <p:cNvSpPr txBox="1"/>
          <p:nvPr/>
        </p:nvSpPr>
        <p:spPr>
          <a:xfrm>
            <a:off x="6711390" y="5100543"/>
            <a:ext cx="1185871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(no packet)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64AF95-9E3C-C6C2-9CAB-B772B79F56C4}"/>
              </a:ext>
            </a:extLst>
          </p:cNvPr>
          <p:cNvCxnSpPr>
            <a:cxnSpLocks/>
          </p:cNvCxnSpPr>
          <p:nvPr/>
        </p:nvCxnSpPr>
        <p:spPr>
          <a:xfrm flipV="1">
            <a:off x="7618437" y="5308986"/>
            <a:ext cx="670325" cy="358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8D10000-21C8-B2EA-70B6-05E76C9660CA}"/>
              </a:ext>
            </a:extLst>
          </p:cNvPr>
          <p:cNvSpPr txBox="1"/>
          <p:nvPr/>
        </p:nvSpPr>
        <p:spPr>
          <a:xfrm>
            <a:off x="7502073" y="5344358"/>
            <a:ext cx="1185871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(packet)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F1ECCC6F-1BD2-D00E-E35A-65EB8272BDB5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H="1" flipV="1">
            <a:off x="6720454" y="4904218"/>
            <a:ext cx="387545" cy="780199"/>
          </a:xfrm>
          <a:prstGeom prst="curvedConnector4">
            <a:avLst>
              <a:gd name="adj1" fmla="val -58987"/>
              <a:gd name="adj2" fmla="val 8799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BFF630-0B32-03E0-0BC4-AABE8AD47EEF}"/>
              </a:ext>
            </a:extLst>
          </p:cNvPr>
          <p:cNvCxnSpPr>
            <a:cxnSpLocks/>
          </p:cNvCxnSpPr>
          <p:nvPr/>
        </p:nvCxnSpPr>
        <p:spPr>
          <a:xfrm>
            <a:off x="16133311" y="8068216"/>
            <a:ext cx="0" cy="1485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E817EB-8309-B670-EA22-6B4A87687FEC}"/>
              </a:ext>
            </a:extLst>
          </p:cNvPr>
          <p:cNvCxnSpPr>
            <a:cxnSpLocks/>
          </p:cNvCxnSpPr>
          <p:nvPr/>
        </p:nvCxnSpPr>
        <p:spPr>
          <a:xfrm>
            <a:off x="13868197" y="8681781"/>
            <a:ext cx="20997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890F304-53F8-CE22-908C-90A939F7E658}"/>
              </a:ext>
            </a:extLst>
          </p:cNvPr>
          <p:cNvSpPr txBox="1"/>
          <p:nvPr/>
        </p:nvSpPr>
        <p:spPr>
          <a:xfrm>
            <a:off x="13909261" y="8786543"/>
            <a:ext cx="2224056" cy="7076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Battery is commanded based on the current grid demand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176F48-2631-07E2-A137-B2E70EC86F34}"/>
              </a:ext>
            </a:extLst>
          </p:cNvPr>
          <p:cNvSpPr txBox="1"/>
          <p:nvPr/>
        </p:nvSpPr>
        <p:spPr>
          <a:xfrm>
            <a:off x="13668853" y="5757321"/>
            <a:ext cx="2464456" cy="7076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APPLY_CONTROL_PATH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set commanded action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validate response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20FAFFE-9211-E2B3-061F-AA636F10D970}"/>
              </a:ext>
            </a:extLst>
          </p:cNvPr>
          <p:cNvCxnSpPr>
            <a:cxnSpLocks/>
          </p:cNvCxnSpPr>
          <p:nvPr/>
        </p:nvCxnSpPr>
        <p:spPr>
          <a:xfrm>
            <a:off x="13333486" y="5022741"/>
            <a:ext cx="302418" cy="7764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A0C353A-BF2D-07F0-256F-625A256A4309}"/>
              </a:ext>
            </a:extLst>
          </p:cNvPr>
          <p:cNvSpPr txBox="1"/>
          <p:nvPr/>
        </p:nvSpPr>
        <p:spPr>
          <a:xfrm>
            <a:off x="13155631" y="7443716"/>
            <a:ext cx="2977689" cy="9128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CHARGE,OUTPUT,IDLE,OFF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set commanded action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validate response</a:t>
            </a:r>
          </a:p>
          <a:p>
            <a:r>
              <a:rPr lang="en-US" sz="1333" dirty="0"/>
              <a:t>?command_enabled?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5E4899-EF75-B2E4-EC66-BDB79CC7BDCA}"/>
              </a:ext>
            </a:extLst>
          </p:cNvPr>
          <p:cNvCxnSpPr>
            <a:cxnSpLocks/>
          </p:cNvCxnSpPr>
          <p:nvPr/>
        </p:nvCxnSpPr>
        <p:spPr>
          <a:xfrm>
            <a:off x="14776071" y="6495775"/>
            <a:ext cx="0" cy="9479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E77A2B-3666-975F-89D6-E67C3D1A46F9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12716604" y="7900126"/>
            <a:ext cx="439027" cy="153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DAB6892-07E7-3196-DA5C-7C8C44FAB463}"/>
              </a:ext>
            </a:extLst>
          </p:cNvPr>
          <p:cNvSpPr txBox="1"/>
          <p:nvPr/>
        </p:nvSpPr>
        <p:spPr>
          <a:xfrm>
            <a:off x="10766220" y="7703302"/>
            <a:ext cx="2336498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RESPONSE_ERROR</a:t>
            </a:r>
          </a:p>
          <a:p>
            <a:pPr marL="228530" indent="-228530">
              <a:buFont typeface="Arial" panose="020B0604020202020204" pitchFamily="34" charset="0"/>
              <a:buChar char="•"/>
            </a:pPr>
            <a:r>
              <a:rPr lang="en-US" sz="1333" dirty="0"/>
              <a:t>mark unhealthy unit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BC943DE-CE2E-45BB-C118-669C212091CE}"/>
              </a:ext>
            </a:extLst>
          </p:cNvPr>
          <p:cNvCxnSpPr>
            <a:cxnSpLocks/>
          </p:cNvCxnSpPr>
          <p:nvPr/>
        </p:nvCxnSpPr>
        <p:spPr>
          <a:xfrm flipH="1" flipV="1">
            <a:off x="7186475" y="6621586"/>
            <a:ext cx="3473698" cy="14582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D6033AE-02D7-3E91-BB0F-76327AB32151}"/>
              </a:ext>
            </a:extLst>
          </p:cNvPr>
          <p:cNvCxnSpPr>
            <a:cxnSpLocks/>
          </p:cNvCxnSpPr>
          <p:nvPr/>
        </p:nvCxnSpPr>
        <p:spPr>
          <a:xfrm flipH="1" flipV="1">
            <a:off x="11929949" y="6716062"/>
            <a:ext cx="1225675" cy="7817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24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CA37-2E2D-7F70-855F-8B1540187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052" y="-770328"/>
            <a:ext cx="4676294" cy="1766898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Class vs Struct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94BC-1DB7-C32C-A74E-E1B98FA1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199" y="1141936"/>
            <a:ext cx="6967718" cy="792435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66" dirty="0"/>
              <a:t>Total Battery Percentage (SoC)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AC/DC Output On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AC/DC Input Power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AC/DC Output Power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Power Generation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Plug Voltage (V)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Plug Current (A)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Plug Power (W)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Plug Energy (kWh)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Plug Frequency (Hz)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MQTT Status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Uptime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Firmware Version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Wifi-RSSI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IP Address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Serial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Dsp Version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Arm Version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Error Flags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Alarm Flags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ESP32 Uptime</a:t>
            </a:r>
          </a:p>
          <a:p>
            <a:pPr>
              <a:lnSpc>
                <a:spcPct val="100000"/>
              </a:lnSpc>
            </a:pPr>
            <a:r>
              <a:rPr lang="en-US" sz="1866" dirty="0"/>
              <a:t>ESP32 Temperature</a:t>
            </a:r>
          </a:p>
          <a:p>
            <a:pPr>
              <a:lnSpc>
                <a:spcPct val="100000"/>
              </a:lnSpc>
            </a:pPr>
            <a:endParaRPr lang="en-US" sz="1866" dirty="0"/>
          </a:p>
          <a:p>
            <a:pPr>
              <a:lnSpc>
                <a:spcPct val="100000"/>
              </a:lnSpc>
            </a:pPr>
            <a:endParaRPr lang="en-US" sz="1866" dirty="0"/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3D8521-66ED-60D3-206D-B48D2278CF62}"/>
              </a:ext>
            </a:extLst>
          </p:cNvPr>
          <p:cNvSpPr txBox="1">
            <a:spLocks/>
          </p:cNvSpPr>
          <p:nvPr/>
        </p:nvSpPr>
        <p:spPr>
          <a:xfrm>
            <a:off x="487537" y="1141936"/>
            <a:ext cx="6967718" cy="7924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121884" tIns="60942" rIns="121884" bIns="60942" numCol="2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884" indent="-380884">
              <a:lnSpc>
                <a:spcPct val="100000"/>
              </a:lnSpc>
            </a:pPr>
            <a:r>
              <a:rPr lang="en-US" sz="1866" dirty="0"/>
              <a:t>AC/DC Output Commands 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Plug/Relay On/Off Commands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Telemetry Reads 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Log Data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Publish MQTT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Connect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Disconnect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Poll Scheduling/Timing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Checks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Detect/Categorize Faults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Retry Failed Connection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User Human Readable Alerts</a:t>
            </a:r>
          </a:p>
          <a:p>
            <a:pPr marL="380884" indent="-380884">
              <a:lnSpc>
                <a:spcPct val="100000"/>
              </a:lnSpc>
            </a:pPr>
            <a:r>
              <a:rPr lang="en-US" sz="1866" dirty="0"/>
              <a:t>Save/load Configuration</a:t>
            </a:r>
          </a:p>
          <a:p>
            <a:pPr marL="380884" indent="-380884">
              <a:lnSpc>
                <a:spcPct val="100000"/>
              </a:lnSpc>
            </a:pPr>
            <a:endParaRPr lang="en-US" sz="1866" dirty="0"/>
          </a:p>
          <a:p>
            <a:pPr marL="380884" indent="-380884">
              <a:lnSpc>
                <a:spcPct val="100000"/>
              </a:lnSpc>
            </a:pPr>
            <a:endParaRPr lang="en-US" sz="1866" dirty="0"/>
          </a:p>
          <a:p>
            <a:pPr marL="380884" indent="-380884">
              <a:lnSpc>
                <a:spcPct val="100000"/>
              </a:lnSpc>
            </a:pPr>
            <a:endParaRPr lang="en-US" sz="1866" dirty="0"/>
          </a:p>
          <a:p>
            <a:pPr marL="380884" indent="-380884">
              <a:lnSpc>
                <a:spcPct val="100000"/>
              </a:lnSpc>
            </a:pPr>
            <a:endParaRPr lang="en-US" sz="1866" dirty="0"/>
          </a:p>
          <a:p>
            <a:pPr marL="380884" indent="-380884">
              <a:lnSpc>
                <a:spcPct val="100000"/>
              </a:lnSpc>
            </a:pPr>
            <a:endParaRPr lang="en-US" sz="1866" dirty="0"/>
          </a:p>
          <a:p>
            <a:pPr marL="380884" indent="-380884"/>
            <a:endParaRPr lang="en-US" sz="2399" dirty="0"/>
          </a:p>
          <a:p>
            <a:pPr marL="380884" indent="-380884"/>
            <a:endParaRPr lang="en-US" sz="2399" dirty="0"/>
          </a:p>
          <a:p>
            <a:pPr marL="380884" indent="-380884"/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126891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6516-DC9D-9828-C57A-655D98CF4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623" y="-753461"/>
            <a:ext cx="12919734" cy="1766898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Troubleshooting the ESP to Pi MQTT Bridge Using UART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DC23A-3024-F5E7-F7D7-F7D9A01F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78" y="1100076"/>
            <a:ext cx="3968325" cy="184178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B49966-EA98-15A7-BC4C-92906606A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42690"/>
              </p:ext>
            </p:extLst>
          </p:nvPr>
        </p:nvGraphicFramePr>
        <p:xfrm>
          <a:off x="3071399" y="3147984"/>
          <a:ext cx="7922478" cy="1163328"/>
        </p:xfrm>
        <a:graphic>
          <a:graphicData uri="http://schemas.openxmlformats.org/drawingml/2006/table">
            <a:tbl>
              <a:tblPr/>
              <a:tblGrid>
                <a:gridCol w="3961239">
                  <a:extLst>
                    <a:ext uri="{9D8B030D-6E8A-4147-A177-3AD203B41FA5}">
                      <a16:colId xmlns:a16="http://schemas.microsoft.com/office/drawing/2014/main" val="3011960141"/>
                    </a:ext>
                  </a:extLst>
                </a:gridCol>
                <a:gridCol w="3961239">
                  <a:extLst>
                    <a:ext uri="{9D8B030D-6E8A-4147-A177-3AD203B41FA5}">
                      <a16:colId xmlns:a16="http://schemas.microsoft.com/office/drawing/2014/main" val="982246047"/>
                    </a:ext>
                  </a:extLst>
                </a:gridCol>
              </a:tblGrid>
              <a:tr h="37547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Command</a:t>
                      </a:r>
                      <a:endParaRPr lang="en-US" sz="4300">
                        <a:effectLst/>
                      </a:endParaRPr>
                    </a:p>
                  </a:txBody>
                  <a:tcPr marL="84642" marR="84642" marT="84642" marB="84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Result</a:t>
                      </a:r>
                      <a:endParaRPr lang="en-US" sz="4300" dirty="0">
                        <a:effectLst/>
                      </a:endParaRPr>
                    </a:p>
                  </a:txBody>
                  <a:tcPr marL="84642" marR="84642" marT="84642" marB="84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287209"/>
                  </a:ext>
                </a:extLst>
              </a:tr>
              <a:tr h="7878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Serial.begin(&lt;baud&gt;);</a:t>
                      </a:r>
                      <a:endParaRPr lang="en-US" sz="4300">
                        <a:effectLst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void loop(){</a:t>
                      </a:r>
                      <a:endParaRPr lang="en-US" sz="4300">
                        <a:effectLst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Serial.println(“&lt;string&gt;”);}</a:t>
                      </a:r>
                      <a:endParaRPr lang="en-US" sz="4300">
                        <a:effectLst/>
                      </a:endParaRPr>
                    </a:p>
                  </a:txBody>
                  <a:tcPr marL="84642" marR="84642" marT="84642" marB="84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Establishes shared connection transmission speed and tells the UART peripheral to transmit data bytes</a:t>
                      </a:r>
                      <a:endParaRPr lang="en-US" sz="4300" dirty="0">
                        <a:effectLst/>
                      </a:endParaRPr>
                    </a:p>
                  </a:txBody>
                  <a:tcPr marL="84642" marR="84642" marT="84642" marB="8464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85767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44F14C4-9EB3-AF94-E4A5-2C08B2083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03" y="4505248"/>
            <a:ext cx="12971643" cy="47945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D838D8-C518-A6DA-0192-049F466CB961}"/>
              </a:ext>
            </a:extLst>
          </p:cNvPr>
          <p:cNvSpPr txBox="1"/>
          <p:nvPr/>
        </p:nvSpPr>
        <p:spPr>
          <a:xfrm>
            <a:off x="4067229" y="4158508"/>
            <a:ext cx="8134451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167147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D144-1781-CF5E-A922-2D9D2CC0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mazon.com : BLUETTI Elite 200 V2 Solar Generator &amp; 200W Solar Panel  Included 2073.6Wh | Battery Backup w/ 4 2600W AC Outlets 3900W Power  Lifting, Fast Charge Portable Power Station for Camping,">
            <a:extLst>
              <a:ext uri="{FF2B5EF4-FFF2-40B4-BE49-F238E27FC236}">
                <a16:creationId xmlns:a16="http://schemas.microsoft.com/office/drawing/2014/main" id="{6D86FC3C-A327-C1C9-43E4-3B61FFA89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" y="4419437"/>
            <a:ext cx="1539376" cy="840286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C3A7A2-DFBE-83DE-6B80-98ED922D8C8C}"/>
              </a:ext>
            </a:extLst>
          </p:cNvPr>
          <p:cNvCxnSpPr>
            <a:cxnSpLocks/>
          </p:cNvCxnSpPr>
          <p:nvPr/>
        </p:nvCxnSpPr>
        <p:spPr>
          <a:xfrm flipH="1">
            <a:off x="1261956" y="5187605"/>
            <a:ext cx="262137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5F10C8-31CB-9951-50EE-96FEBE66C99B}"/>
              </a:ext>
            </a:extLst>
          </p:cNvPr>
          <p:cNvCxnSpPr>
            <a:cxnSpLocks/>
          </p:cNvCxnSpPr>
          <p:nvPr/>
        </p:nvCxnSpPr>
        <p:spPr>
          <a:xfrm flipH="1">
            <a:off x="6109653" y="5187605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7FAE302-8290-B71F-9A18-33273724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689" y="412502"/>
            <a:ext cx="12065799" cy="633038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System Inter-Language Coms Prototype: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D5BE65-BF2F-2011-288B-B30A77B5082D}"/>
              </a:ext>
            </a:extLst>
          </p:cNvPr>
          <p:cNvCxnSpPr>
            <a:cxnSpLocks/>
          </p:cNvCxnSpPr>
          <p:nvPr/>
        </p:nvCxnSpPr>
        <p:spPr>
          <a:xfrm>
            <a:off x="1261956" y="4989938"/>
            <a:ext cx="2621372" cy="342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657F57-AA22-5071-6527-E34AA817CF68}"/>
              </a:ext>
            </a:extLst>
          </p:cNvPr>
          <p:cNvSpPr txBox="1"/>
          <p:nvPr/>
        </p:nvSpPr>
        <p:spPr>
          <a:xfrm>
            <a:off x="1793378" y="4373741"/>
            <a:ext cx="1488785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BLE Network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76FAB-D916-EAD6-6163-356C23A829DC}"/>
              </a:ext>
            </a:extLst>
          </p:cNvPr>
          <p:cNvSpPr txBox="1"/>
          <p:nvPr/>
        </p:nvSpPr>
        <p:spPr>
          <a:xfrm>
            <a:off x="3938485" y="4388309"/>
            <a:ext cx="317794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u="sng" dirty="0"/>
              <a:t>Python BLE Service:</a:t>
            </a:r>
          </a:p>
          <a:p>
            <a:endParaRPr lang="en-US" sz="1333" b="1" u="sng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64CCE9-E139-82AE-7BBF-37FC9041AAE3}"/>
              </a:ext>
            </a:extLst>
          </p:cNvPr>
          <p:cNvCxnSpPr>
            <a:cxnSpLocks/>
          </p:cNvCxnSpPr>
          <p:nvPr/>
        </p:nvCxnSpPr>
        <p:spPr>
          <a:xfrm>
            <a:off x="5850446" y="4983161"/>
            <a:ext cx="20178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6E99444-A56C-85AB-90DB-EF0BD98C75BA}"/>
              </a:ext>
            </a:extLst>
          </p:cNvPr>
          <p:cNvSpPr txBox="1"/>
          <p:nvPr/>
        </p:nvSpPr>
        <p:spPr>
          <a:xfrm>
            <a:off x="1451423" y="4953889"/>
            <a:ext cx="2172711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Encrypted BLE Packets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224BE-5315-29A1-6D74-9A3ED2970D45}"/>
              </a:ext>
            </a:extLst>
          </p:cNvPr>
          <p:cNvSpPr txBox="1"/>
          <p:nvPr/>
        </p:nvSpPr>
        <p:spPr>
          <a:xfrm>
            <a:off x="6187293" y="4385894"/>
            <a:ext cx="18582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MQTT Network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AA8DD-1E9F-E9D9-075E-79EAAE720B93}"/>
              </a:ext>
            </a:extLst>
          </p:cNvPr>
          <p:cNvSpPr txBox="1"/>
          <p:nvPr/>
        </p:nvSpPr>
        <p:spPr>
          <a:xfrm>
            <a:off x="6602995" y="4942148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pic>
        <p:nvPicPr>
          <p:cNvPr id="27" name="Picture 26" descr="Amazon.com: Raspberry Pi 4 Model B 2019 Quad Core 64 Bit WiFi Bluetooth (4GB) : Electronics">
            <a:extLst>
              <a:ext uri="{FF2B5EF4-FFF2-40B4-BE49-F238E27FC236}">
                <a16:creationId xmlns:a16="http://schemas.microsoft.com/office/drawing/2014/main" id="{6F351D24-70AA-9BFF-C671-E9E06284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840" y="3709279"/>
            <a:ext cx="1104622" cy="7370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1B1354C-0C9B-9390-569E-54C2D73B4215}"/>
              </a:ext>
            </a:extLst>
          </p:cNvPr>
          <p:cNvSpPr txBox="1"/>
          <p:nvPr/>
        </p:nvSpPr>
        <p:spPr>
          <a:xfrm>
            <a:off x="7991484" y="4408818"/>
            <a:ext cx="3177949" cy="111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u="sng" dirty="0"/>
              <a:t>Pi Broker:</a:t>
            </a:r>
            <a:endParaRPr lang="en-US" sz="1333" dirty="0"/>
          </a:p>
          <a:p>
            <a:pPr marL="228530" indent="-228530">
              <a:buFontTx/>
              <a:buChar char="-"/>
            </a:pPr>
            <a:r>
              <a:rPr lang="en-US" sz="1333" dirty="0"/>
              <a:t>MQTT Network 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Fleet Organization (topics) 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Command Publish/Subscribe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Data Publish/Subscribe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CAD2A4-8748-5D95-5CEC-7D8C79A0CC97}"/>
              </a:ext>
            </a:extLst>
          </p:cNvPr>
          <p:cNvSpPr txBox="1"/>
          <p:nvPr/>
        </p:nvSpPr>
        <p:spPr>
          <a:xfrm>
            <a:off x="8663944" y="1656398"/>
            <a:ext cx="7587297" cy="17332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b="1" u="sng" dirty="0"/>
              <a:t>C++ Controller: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config: Constants and parameterized inputs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devices: Topic identification, variable initialization</a:t>
            </a:r>
          </a:p>
          <a:p>
            <a:pPr marL="228530" indent="-228530">
              <a:buFontTx/>
              <a:buChar char="-"/>
            </a:pPr>
            <a:r>
              <a:rPr lang="en-US" sz="1333" dirty="0" err="1"/>
              <a:t>mqtt_client</a:t>
            </a:r>
            <a:r>
              <a:rPr lang="en-US" sz="1333" dirty="0"/>
              <a:t>: Establish MQTT Client and functions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controller: State machine, networking, battery health logic and faults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debug: All prints for easy removal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main: initialize the controller once at startup, then move into the main controller run loop</a:t>
            </a:r>
          </a:p>
          <a:p>
            <a:pPr marL="228530" indent="-228530">
              <a:buFontTx/>
              <a:buChar char="-"/>
            </a:pPr>
            <a:endParaRPr lang="en-US" sz="1333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293E91-196D-CDA2-E95E-DC732851FEC0}"/>
              </a:ext>
            </a:extLst>
          </p:cNvPr>
          <p:cNvSpPr txBox="1"/>
          <p:nvPr/>
        </p:nvSpPr>
        <p:spPr>
          <a:xfrm>
            <a:off x="11454670" y="6982906"/>
            <a:ext cx="2636983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u="sng" dirty="0"/>
              <a:t>Go Dashboard:</a:t>
            </a:r>
          </a:p>
          <a:p>
            <a:pPr marL="228530" indent="-228530">
              <a:buFontTx/>
              <a:buChar char="-"/>
            </a:pPr>
            <a:endParaRPr lang="en-US" sz="1333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936CC6-1273-0362-21CC-1210C8AF494B}"/>
              </a:ext>
            </a:extLst>
          </p:cNvPr>
          <p:cNvCxnSpPr>
            <a:cxnSpLocks/>
          </p:cNvCxnSpPr>
          <p:nvPr/>
        </p:nvCxnSpPr>
        <p:spPr>
          <a:xfrm rot="19306916" flipH="1">
            <a:off x="9759782" y="4211893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100413-91EC-BE63-7500-8850C4E3C4DF}"/>
              </a:ext>
            </a:extLst>
          </p:cNvPr>
          <p:cNvCxnSpPr>
            <a:cxnSpLocks/>
          </p:cNvCxnSpPr>
          <p:nvPr/>
        </p:nvCxnSpPr>
        <p:spPr>
          <a:xfrm rot="19306916">
            <a:off x="9500573" y="4007449"/>
            <a:ext cx="20178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A46ED5B-F577-A89F-50EE-0E0BFD187437}"/>
              </a:ext>
            </a:extLst>
          </p:cNvPr>
          <p:cNvSpPr txBox="1"/>
          <p:nvPr/>
        </p:nvSpPr>
        <p:spPr>
          <a:xfrm rot="19306916">
            <a:off x="10253122" y="3981808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D4DB63-9C23-7506-0582-41B0590CBEB8}"/>
              </a:ext>
            </a:extLst>
          </p:cNvPr>
          <p:cNvCxnSpPr>
            <a:cxnSpLocks/>
          </p:cNvCxnSpPr>
          <p:nvPr/>
        </p:nvCxnSpPr>
        <p:spPr>
          <a:xfrm rot="2415248" flipH="1">
            <a:off x="10465038" y="6370657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1F1ED34-6B1C-86F1-FFA2-FE7D942C61EB}"/>
              </a:ext>
            </a:extLst>
          </p:cNvPr>
          <p:cNvCxnSpPr>
            <a:cxnSpLocks/>
          </p:cNvCxnSpPr>
          <p:nvPr/>
        </p:nvCxnSpPr>
        <p:spPr>
          <a:xfrm rot="2415248">
            <a:off x="10463257" y="6209459"/>
            <a:ext cx="20178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8E9ADDC-0769-E348-1420-096A53D7FD7E}"/>
              </a:ext>
            </a:extLst>
          </p:cNvPr>
          <p:cNvSpPr txBox="1"/>
          <p:nvPr/>
        </p:nvSpPr>
        <p:spPr>
          <a:xfrm rot="2415248">
            <a:off x="10958378" y="6140572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pic>
        <p:nvPicPr>
          <p:cNvPr id="4" name="Picture 3" descr="Amazon.com: Stemedu ESP32-3248S035C 3.5&quot; ESP32-S3 Development Board with  480x320 Capacitive Touch Display, ST7796 TFT LCD HMI Smart Display Panel,  Dual‑Core WiFi Bluetooth IoT Board for Arduin0 IDE : Electronics">
            <a:extLst>
              <a:ext uri="{FF2B5EF4-FFF2-40B4-BE49-F238E27FC236}">
                <a16:creationId xmlns:a16="http://schemas.microsoft.com/office/drawing/2014/main" id="{D365A69A-35E4-38C6-0D19-7ECE4C6C1F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958"/>
          <a:stretch>
            <a:fillRect/>
          </a:stretch>
        </p:blipFill>
        <p:spPr>
          <a:xfrm>
            <a:off x="4421636" y="4866223"/>
            <a:ext cx="1042696" cy="530269"/>
          </a:xfrm>
          <a:prstGeom prst="rect">
            <a:avLst/>
          </a:prstGeom>
        </p:spPr>
      </p:pic>
      <p:pic>
        <p:nvPicPr>
          <p:cNvPr id="20" name="Picture 19" descr="225,500+ Computer Clipart Stock Illustrations, Royalty-Free Vector Graphics  &amp; Clip Art - iStock">
            <a:extLst>
              <a:ext uri="{FF2B5EF4-FFF2-40B4-BE49-F238E27FC236}">
                <a16:creationId xmlns:a16="http://schemas.microsoft.com/office/drawing/2014/main" id="{74C10661-C2AE-4291-CB53-2C18E69A7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2196" y="7291951"/>
            <a:ext cx="1555524" cy="15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6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D4FF-2419-BC4C-7438-874DA24A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mazon.com : BLUETTI Elite 200 V2 Solar Generator &amp; 200W Solar Panel  Included 2073.6Wh | Battery Backup w/ 4 2600W AC Outlets 3900W Power  Lifting, Fast Charge Portable Power Station for Camping,">
            <a:extLst>
              <a:ext uri="{FF2B5EF4-FFF2-40B4-BE49-F238E27FC236}">
                <a16:creationId xmlns:a16="http://schemas.microsoft.com/office/drawing/2014/main" id="{BFC72C67-A7E8-723D-BFE1-4994ABCB1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" y="4419437"/>
            <a:ext cx="1539376" cy="840286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5E56CA-7625-A8DB-35F6-A702BE76AD35}"/>
              </a:ext>
            </a:extLst>
          </p:cNvPr>
          <p:cNvCxnSpPr>
            <a:cxnSpLocks/>
          </p:cNvCxnSpPr>
          <p:nvPr/>
        </p:nvCxnSpPr>
        <p:spPr>
          <a:xfrm flipH="1">
            <a:off x="1261956" y="5187605"/>
            <a:ext cx="262137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C19E70-0D8D-E92C-8E2D-A771B5174728}"/>
              </a:ext>
            </a:extLst>
          </p:cNvPr>
          <p:cNvCxnSpPr>
            <a:cxnSpLocks/>
          </p:cNvCxnSpPr>
          <p:nvPr/>
        </p:nvCxnSpPr>
        <p:spPr>
          <a:xfrm flipH="1">
            <a:off x="6109653" y="5187605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031377-6EAD-AC52-5F63-5D05CBBD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567" y="-313633"/>
            <a:ext cx="3676121" cy="520615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System Prototype: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9693CD-E009-3EE1-8708-6364F1416246}"/>
              </a:ext>
            </a:extLst>
          </p:cNvPr>
          <p:cNvCxnSpPr>
            <a:cxnSpLocks/>
          </p:cNvCxnSpPr>
          <p:nvPr/>
        </p:nvCxnSpPr>
        <p:spPr>
          <a:xfrm>
            <a:off x="1261956" y="4989938"/>
            <a:ext cx="2621372" cy="342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ABD9F8-0EAF-FA05-F90B-AF2ED96CD9B5}"/>
              </a:ext>
            </a:extLst>
          </p:cNvPr>
          <p:cNvSpPr txBox="1"/>
          <p:nvPr/>
        </p:nvSpPr>
        <p:spPr>
          <a:xfrm>
            <a:off x="1793378" y="4373741"/>
            <a:ext cx="1488785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BLE Network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DCF53-6509-A5D7-9E07-5D0E6A01A831}"/>
              </a:ext>
            </a:extLst>
          </p:cNvPr>
          <p:cNvSpPr txBox="1"/>
          <p:nvPr/>
        </p:nvSpPr>
        <p:spPr>
          <a:xfrm>
            <a:off x="3938485" y="4388309"/>
            <a:ext cx="317794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u="sng" dirty="0"/>
              <a:t>Python BLE Actuator:</a:t>
            </a:r>
          </a:p>
          <a:p>
            <a:endParaRPr lang="en-US" sz="1333" b="1" u="sng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1F854A-6C69-8985-060D-684F73AB7630}"/>
              </a:ext>
            </a:extLst>
          </p:cNvPr>
          <p:cNvCxnSpPr>
            <a:cxnSpLocks/>
          </p:cNvCxnSpPr>
          <p:nvPr/>
        </p:nvCxnSpPr>
        <p:spPr>
          <a:xfrm>
            <a:off x="5850446" y="4983161"/>
            <a:ext cx="20178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ADFAC2-7BA4-4226-9457-090BA443409D}"/>
              </a:ext>
            </a:extLst>
          </p:cNvPr>
          <p:cNvSpPr txBox="1"/>
          <p:nvPr/>
        </p:nvSpPr>
        <p:spPr>
          <a:xfrm>
            <a:off x="1451423" y="4953889"/>
            <a:ext cx="2172711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Encrypted BLE Packets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AE895-B1DF-A9B6-4AFE-E57B3405BDCC}"/>
              </a:ext>
            </a:extLst>
          </p:cNvPr>
          <p:cNvSpPr txBox="1"/>
          <p:nvPr/>
        </p:nvSpPr>
        <p:spPr>
          <a:xfrm>
            <a:off x="6187293" y="4385894"/>
            <a:ext cx="18582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MQTT Network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AB92A6-821A-21E1-425F-469463E2C1CD}"/>
              </a:ext>
            </a:extLst>
          </p:cNvPr>
          <p:cNvSpPr txBox="1"/>
          <p:nvPr/>
        </p:nvSpPr>
        <p:spPr>
          <a:xfrm>
            <a:off x="6602995" y="4942148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pic>
        <p:nvPicPr>
          <p:cNvPr id="27" name="Picture 26" descr="Amazon.com: Raspberry Pi 4 Model B 2019 Quad Core 64 Bit WiFi Bluetooth (4GB) : Electronics">
            <a:extLst>
              <a:ext uri="{FF2B5EF4-FFF2-40B4-BE49-F238E27FC236}">
                <a16:creationId xmlns:a16="http://schemas.microsoft.com/office/drawing/2014/main" id="{08457BC9-C8D4-43EE-D0E5-09CB0F5A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795" y="3887471"/>
            <a:ext cx="1104622" cy="7370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E475A36-5E14-CC0A-F3A5-D1C1C0C4896B}"/>
              </a:ext>
            </a:extLst>
          </p:cNvPr>
          <p:cNvSpPr txBox="1"/>
          <p:nvPr/>
        </p:nvSpPr>
        <p:spPr>
          <a:xfrm>
            <a:off x="7997793" y="4628051"/>
            <a:ext cx="3177949" cy="1148676"/>
          </a:xfrm>
          <a:prstGeom prst="rect">
            <a:avLst/>
          </a:prstGeom>
          <a:noFill/>
        </p:spPr>
        <p:txBody>
          <a:bodyPr wrap="square" lIns="121884" tIns="60942" rIns="121884" bIns="60942" rtlCol="0" anchor="t">
            <a:spAutoFit/>
          </a:bodyPr>
          <a:lstStyle/>
          <a:p>
            <a:r>
              <a:rPr lang="en-US" sz="1333" b="1" u="sng" dirty="0"/>
              <a:t>Pi Broker:</a:t>
            </a:r>
            <a:r>
              <a:rPr lang="en-US" sz="1333" dirty="0"/>
              <a:t> 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Fleet </a:t>
            </a:r>
            <a:r>
              <a:rPr lang="en-US" sz="1333"/>
              <a:t>organization </a:t>
            </a:r>
            <a:r>
              <a:rPr lang="en-US" sz="1333" dirty="0"/>
              <a:t>(topics) 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Command </a:t>
            </a:r>
            <a:r>
              <a:rPr lang="en-US" sz="1333"/>
              <a:t>publish</a:t>
            </a:r>
            <a:r>
              <a:rPr lang="en-US" sz="1333" dirty="0"/>
              <a:t>/</a:t>
            </a:r>
            <a:r>
              <a:rPr lang="en-US" sz="1333"/>
              <a:t>subscribe</a:t>
            </a:r>
            <a:endParaRPr lang="en-US" sz="1333" dirty="0"/>
          </a:p>
          <a:p>
            <a:pPr marL="228530" indent="-228530">
              <a:buFontTx/>
              <a:buChar char="-"/>
            </a:pPr>
            <a:r>
              <a:rPr lang="en-US" sz="1333" dirty="0"/>
              <a:t>Data and telemetry </a:t>
            </a:r>
            <a:r>
              <a:rPr lang="en-US" sz="1333"/>
              <a:t>publish</a:t>
            </a:r>
            <a:r>
              <a:rPr lang="en-US" sz="1333" dirty="0"/>
              <a:t>/</a:t>
            </a:r>
            <a:r>
              <a:rPr lang="en-US" sz="1333"/>
              <a:t>subscribe</a:t>
            </a:r>
            <a:r>
              <a:rPr lang="en-US" sz="1333" dirty="0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92DA76-6259-3E3F-5009-CF32CEF3A3F5}"/>
              </a:ext>
            </a:extLst>
          </p:cNvPr>
          <p:cNvSpPr txBox="1"/>
          <p:nvPr/>
        </p:nvSpPr>
        <p:spPr>
          <a:xfrm>
            <a:off x="11954726" y="1618442"/>
            <a:ext cx="4279077" cy="1148676"/>
          </a:xfrm>
          <a:prstGeom prst="rect">
            <a:avLst/>
          </a:prstGeom>
          <a:solidFill>
            <a:schemeClr val="bg1"/>
          </a:solidFill>
        </p:spPr>
        <p:txBody>
          <a:bodyPr wrap="square" lIns="121884" tIns="60942" rIns="121884" bIns="60942" rtlCol="0" anchor="t">
            <a:spAutoFit/>
          </a:bodyPr>
          <a:lstStyle/>
          <a:p>
            <a:r>
              <a:rPr lang="en-US" sz="1333" b="1" u="sng" dirty="0"/>
              <a:t>C++ Controller: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Tracks data from </a:t>
            </a:r>
            <a:r>
              <a:rPr lang="en-US" sz="1333"/>
              <a:t>battery fleet </a:t>
            </a:r>
            <a:r>
              <a:rPr lang="en-US" sz="1333" dirty="0"/>
              <a:t>and evaluates health/faults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Takes input grid demand, determines schedule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Sends command packet</a:t>
            </a:r>
            <a:r>
              <a:rPr lang="en-US" sz="1333"/>
              <a:t> back</a:t>
            </a:r>
            <a:r>
              <a:rPr lang="en-US" sz="1333" dirty="0"/>
              <a:t> to actuator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050430-98A0-78B3-7EE3-79B0AB3FBD7A}"/>
              </a:ext>
            </a:extLst>
          </p:cNvPr>
          <p:cNvSpPr txBox="1"/>
          <p:nvPr/>
        </p:nvSpPr>
        <p:spPr>
          <a:xfrm>
            <a:off x="12152096" y="6711348"/>
            <a:ext cx="3510131" cy="943555"/>
          </a:xfrm>
          <a:prstGeom prst="rect">
            <a:avLst/>
          </a:prstGeom>
          <a:solidFill>
            <a:schemeClr val="bg1"/>
          </a:solidFill>
        </p:spPr>
        <p:txBody>
          <a:bodyPr wrap="square" lIns="121884" tIns="60942" rIns="121884" bIns="60942" rtlCol="0" anchor="t">
            <a:spAutoFit/>
          </a:bodyPr>
          <a:lstStyle/>
          <a:p>
            <a:r>
              <a:rPr lang="en-US" sz="1333" b="1" u="sng" dirty="0"/>
              <a:t>Go Dashboard: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Displays data</a:t>
            </a:r>
          </a:p>
          <a:p>
            <a:pPr marL="228530" indent="-228530">
              <a:buFontTx/>
              <a:buChar char="-"/>
            </a:pPr>
            <a:r>
              <a:rPr lang="en-US" sz="1333" dirty="0"/>
              <a:t>Tracks </a:t>
            </a:r>
            <a:r>
              <a:rPr lang="en-US" sz="1333"/>
              <a:t>trends </a:t>
            </a:r>
            <a:r>
              <a:rPr lang="en-US" sz="1333" dirty="0"/>
              <a:t>across time</a:t>
            </a:r>
          </a:p>
          <a:p>
            <a:pPr marL="228530" indent="-228530">
              <a:buFontTx/>
              <a:buChar char="-"/>
            </a:pPr>
            <a:endParaRPr lang="en-US" sz="1333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A5A1FA-E090-FB82-B372-6EBF3E217F3B}"/>
              </a:ext>
            </a:extLst>
          </p:cNvPr>
          <p:cNvCxnSpPr>
            <a:cxnSpLocks/>
          </p:cNvCxnSpPr>
          <p:nvPr/>
        </p:nvCxnSpPr>
        <p:spPr>
          <a:xfrm rot="20001386" flipH="1">
            <a:off x="10770070" y="3496998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7FCA6B-4546-F4A3-D35A-A1A8B1C3F3D3}"/>
              </a:ext>
            </a:extLst>
          </p:cNvPr>
          <p:cNvCxnSpPr>
            <a:cxnSpLocks/>
          </p:cNvCxnSpPr>
          <p:nvPr/>
        </p:nvCxnSpPr>
        <p:spPr>
          <a:xfrm rot="694470" flipV="1">
            <a:off x="10727124" y="2722165"/>
            <a:ext cx="1458912" cy="11945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7EF2556-9CF2-4B7B-3D99-1D2B78C43872}"/>
              </a:ext>
            </a:extLst>
          </p:cNvPr>
          <p:cNvSpPr txBox="1"/>
          <p:nvPr/>
        </p:nvSpPr>
        <p:spPr>
          <a:xfrm rot="20001386">
            <a:off x="11263412" y="3266913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6A72E72-4473-0964-66D7-830995B76463}"/>
              </a:ext>
            </a:extLst>
          </p:cNvPr>
          <p:cNvCxnSpPr>
            <a:cxnSpLocks/>
          </p:cNvCxnSpPr>
          <p:nvPr/>
        </p:nvCxnSpPr>
        <p:spPr>
          <a:xfrm rot="1569333" flipH="1">
            <a:off x="10572769" y="6230090"/>
            <a:ext cx="17586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1A5965-B46C-D7CA-AEA4-8921F5E58911}"/>
              </a:ext>
            </a:extLst>
          </p:cNvPr>
          <p:cNvCxnSpPr>
            <a:cxnSpLocks/>
          </p:cNvCxnSpPr>
          <p:nvPr/>
        </p:nvCxnSpPr>
        <p:spPr>
          <a:xfrm rot="1569333">
            <a:off x="10570988" y="6068892"/>
            <a:ext cx="201786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2A6DF11-055D-E5FB-F763-E0A94D3911FA}"/>
              </a:ext>
            </a:extLst>
          </p:cNvPr>
          <p:cNvSpPr txBox="1"/>
          <p:nvPr/>
        </p:nvSpPr>
        <p:spPr>
          <a:xfrm rot="1569333">
            <a:off x="11066109" y="6000005"/>
            <a:ext cx="743166" cy="297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33" dirty="0"/>
              <a:t>JSON</a:t>
            </a:r>
          </a:p>
        </p:txBody>
      </p:sp>
      <p:pic>
        <p:nvPicPr>
          <p:cNvPr id="20" name="Picture 19" descr="225,500+ Computer Clipart Stock Illustrations, Royalty-Free Vector Graphics  &amp; Clip Art - iStock">
            <a:extLst>
              <a:ext uri="{FF2B5EF4-FFF2-40B4-BE49-F238E27FC236}">
                <a16:creationId xmlns:a16="http://schemas.microsoft.com/office/drawing/2014/main" id="{2ACA675C-504E-CB3A-D2CD-EE6051E80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056" y="5135168"/>
            <a:ext cx="1555524" cy="155552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4BB9D12-2055-958C-BAAF-16D4728B36C0}"/>
              </a:ext>
            </a:extLst>
          </p:cNvPr>
          <p:cNvSpPr/>
          <p:nvPr/>
        </p:nvSpPr>
        <p:spPr>
          <a:xfrm>
            <a:off x="17446" y="926863"/>
            <a:ext cx="8028131" cy="86269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30F96358-C886-71D1-E8BB-DB1726155562}"/>
              </a:ext>
            </a:extLst>
          </p:cNvPr>
          <p:cNvSpPr txBox="1">
            <a:spLocks/>
          </p:cNvSpPr>
          <p:nvPr/>
        </p:nvSpPr>
        <p:spPr>
          <a:xfrm>
            <a:off x="2939160" y="184098"/>
            <a:ext cx="12065799" cy="633038"/>
          </a:xfrm>
          <a:prstGeom prst="rect">
            <a:avLst/>
          </a:prstGeom>
        </p:spPr>
        <p:txBody>
          <a:bodyPr vert="horz" lIns="121884" tIns="60942" rIns="121884" bIns="60942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99" dirty="0">
                <a:solidFill>
                  <a:srgbClr val="C00000"/>
                </a:solidFill>
              </a:rPr>
              <a:t>Battery Fleet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255ADE-8286-2C5F-1ADB-C330EBE48E43}"/>
              </a:ext>
            </a:extLst>
          </p:cNvPr>
          <p:cNvSpPr/>
          <p:nvPr/>
        </p:nvSpPr>
        <p:spPr>
          <a:xfrm>
            <a:off x="8091949" y="926863"/>
            <a:ext cx="2483801" cy="86269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71BB6F-AAA2-33C4-63F4-079F309DF1B0}"/>
              </a:ext>
            </a:extLst>
          </p:cNvPr>
          <p:cNvSpPr/>
          <p:nvPr/>
        </p:nvSpPr>
        <p:spPr>
          <a:xfrm>
            <a:off x="10622116" y="926863"/>
            <a:ext cx="5629130" cy="86269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E18A88F9-189F-082D-93E6-30487C0EC478}"/>
              </a:ext>
            </a:extLst>
          </p:cNvPr>
          <p:cNvSpPr txBox="1">
            <a:spLocks/>
          </p:cNvSpPr>
          <p:nvPr/>
        </p:nvSpPr>
        <p:spPr>
          <a:xfrm>
            <a:off x="8369683" y="184662"/>
            <a:ext cx="12065799" cy="633038"/>
          </a:xfrm>
          <a:prstGeom prst="rect">
            <a:avLst/>
          </a:prstGeom>
        </p:spPr>
        <p:txBody>
          <a:bodyPr vert="horz" lIns="121884" tIns="60942" rIns="121884" bIns="60942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99" dirty="0">
                <a:solidFill>
                  <a:srgbClr val="C00000"/>
                </a:solidFill>
              </a:rPr>
              <a:t>Local Broker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D51658-53AC-537F-F48C-3FE3AFBAE6F4}"/>
              </a:ext>
            </a:extLst>
          </p:cNvPr>
          <p:cNvSpPr txBox="1"/>
          <p:nvPr/>
        </p:nvSpPr>
        <p:spPr>
          <a:xfrm>
            <a:off x="11452090" y="326139"/>
            <a:ext cx="3552860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>
                <a:solidFill>
                  <a:srgbClr val="C00000"/>
                </a:solidFill>
              </a:rPr>
              <a:t>Remote Management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E7B2D5-416B-8B41-4DB7-D9F592EAD0D5}"/>
              </a:ext>
            </a:extLst>
          </p:cNvPr>
          <p:cNvSpPr txBox="1"/>
          <p:nvPr/>
        </p:nvSpPr>
        <p:spPr>
          <a:xfrm rot="20067338">
            <a:off x="10522953" y="2909677"/>
            <a:ext cx="18582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MQTT Network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43C344-4E15-6065-D5E1-945D26E17C25}"/>
              </a:ext>
            </a:extLst>
          </p:cNvPr>
          <p:cNvSpPr txBox="1"/>
          <p:nvPr/>
        </p:nvSpPr>
        <p:spPr>
          <a:xfrm rot="1421396">
            <a:off x="10814710" y="5733706"/>
            <a:ext cx="18582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1" dirty="0"/>
              <a:t>MQTT Network</a:t>
            </a:r>
          </a:p>
        </p:txBody>
      </p:sp>
      <p:pic>
        <p:nvPicPr>
          <p:cNvPr id="9" name="Picture 8" descr="Buy a Raspberry Pi Zero 2 W – Raspberry Pi">
            <a:extLst>
              <a:ext uri="{FF2B5EF4-FFF2-40B4-BE49-F238E27FC236}">
                <a16:creationId xmlns:a16="http://schemas.microsoft.com/office/drawing/2014/main" id="{4C22BFF8-347A-43AA-1F49-98671C77A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149" y="4718355"/>
            <a:ext cx="1627073" cy="1082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CFD8C-6569-2D27-4E62-B43DE9589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681736">
            <a:off x="210263" y="6346686"/>
            <a:ext cx="7599206" cy="14846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0CE3D4-F806-315C-D400-DD20315B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95519">
            <a:off x="312854" y="2023720"/>
            <a:ext cx="7484508" cy="146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2987-4DB2-FF27-C1C8-389D3BDD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CDBB-57D8-4F04-793B-EEE90263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112" y="-783738"/>
            <a:ext cx="12065799" cy="633038"/>
          </a:xfrm>
        </p:spPr>
        <p:txBody>
          <a:bodyPr>
            <a:normAutofit/>
          </a:bodyPr>
          <a:lstStyle/>
          <a:p>
            <a:r>
              <a:rPr lang="en-US" sz="2666" b="1" u="sng" dirty="0"/>
              <a:t>JSON Parsing (Python, C++, and Go)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59F49-E206-987C-561E-90D3440D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3" y="952224"/>
            <a:ext cx="7449416" cy="2234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05CB0F-A12C-A256-B9C4-0E99A7F2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134" y="984010"/>
            <a:ext cx="3692899" cy="2784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71542E-B938-833A-E0C8-FC2D9CA97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" y="2955652"/>
            <a:ext cx="7835113" cy="33976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7A414C-370E-ADA3-117A-B73BF8DBE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618" y="3768094"/>
            <a:ext cx="5961170" cy="37257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A8CA10-857F-EEC0-F10C-1C6FA37EC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53324"/>
            <a:ext cx="9121618" cy="310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2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E654-EB0A-06FB-08B4-136D2A6F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2" y="-28071"/>
            <a:ext cx="12919734" cy="1766898"/>
          </a:xfrm>
        </p:spPr>
        <p:txBody>
          <a:bodyPr>
            <a:noAutofit/>
          </a:bodyPr>
          <a:lstStyle/>
          <a:p>
            <a:r>
              <a:rPr lang="en-US" sz="2399" b="1" u="sng" dirty="0"/>
              <a:t>Successful Automated Package Delivery From Python to C++ Through JSON!</a:t>
            </a:r>
            <a:br>
              <a:rPr lang="en-US" sz="2399" b="1" u="sng" dirty="0"/>
            </a:br>
            <a:br>
              <a:rPr lang="en-US" sz="2399" b="1" u="sng" dirty="0"/>
            </a:br>
            <a:endParaRPr lang="en-US" sz="2399" b="1" u="sn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964B18-AC84-1D83-23DA-D3BD38BA8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18" y="1361694"/>
            <a:ext cx="15986205" cy="7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6798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8717118C485C4484046790F273FB1B" ma:contentTypeVersion="16" ma:contentTypeDescription="Create a new document." ma:contentTypeScope="" ma:versionID="021ac5001079a2d3e4b0e3a117f1cabb">
  <xsd:schema xmlns:xsd="http://www.w3.org/2001/XMLSchema" xmlns:xs="http://www.w3.org/2001/XMLSchema" xmlns:p="http://schemas.microsoft.com/office/2006/metadata/properties" xmlns:ns3="1fb82f89-5cd8-4587-9287-466c563ffd60" xmlns:ns4="075733d8-74b4-43e9-b326-c05f6e8830c8" targetNamespace="http://schemas.microsoft.com/office/2006/metadata/properties" ma:root="true" ma:fieldsID="535f1b0e20db1064b2095d1b3b261372" ns3:_="" ns4:_="">
    <xsd:import namespace="1fb82f89-5cd8-4587-9287-466c563ffd60"/>
    <xsd:import namespace="075733d8-74b4-43e9-b326-c05f6e8830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82f89-5cd8-4587-9287-466c563ffd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733d8-74b4-43e9-b326-c05f6e8830c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b82f89-5cd8-4587-9287-466c563ffd60" xsi:nil="true"/>
  </documentManagement>
</p:properties>
</file>

<file path=customXml/itemProps1.xml><?xml version="1.0" encoding="utf-8"?>
<ds:datastoreItem xmlns:ds="http://schemas.openxmlformats.org/officeDocument/2006/customXml" ds:itemID="{F51F7CA1-D943-4E2E-8867-D82C38FB9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82f89-5cd8-4587-9287-466c563ffd60"/>
    <ds:schemaRef ds:uri="075733d8-74b4-43e9-b326-c05f6e8830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CA886C-A841-4C71-99A5-C39B60153B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DBFA5A-41B1-4159-869E-86FE2F142C09}">
  <ds:schemaRefs>
    <ds:schemaRef ds:uri="1fb82f89-5cd8-4587-9287-466c563ffd60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075733d8-74b4-43e9-b326-c05f6e8830c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4704</TotalTime>
  <Words>636</Words>
  <Application>Microsoft Office PowerPoint</Application>
  <PresentationFormat>Custom</PresentationFormat>
  <Paragraphs>168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Cambria Math</vt:lpstr>
      <vt:lpstr>Century Schoolbook</vt:lpstr>
      <vt:lpstr>Wingdings 2</vt:lpstr>
      <vt:lpstr>View</vt:lpstr>
      <vt:lpstr>Bri’s Battery Documentation</vt:lpstr>
      <vt:lpstr>State Machine Prototype (C++)</vt:lpstr>
      <vt:lpstr>Class vs Struct Data </vt:lpstr>
      <vt:lpstr>Troubleshooting the ESP to Pi MQTT Bridge Using UART</vt:lpstr>
      <vt:lpstr>System Inter-Language Coms Prototype:</vt:lpstr>
      <vt:lpstr>System Prototype:</vt:lpstr>
      <vt:lpstr>JSON Parsing (Python, C++, and Go)</vt:lpstr>
      <vt:lpstr>Successful Automated Package Delivery From Python to C++ Through JSON!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Brianna Connors</dc:creator>
  <cp:lastModifiedBy>Brianna Connors</cp:lastModifiedBy>
  <cp:revision>6</cp:revision>
  <cp:lastPrinted>2026-08-13T21:58:08Z</cp:lastPrinted>
  <dcterms:created xsi:type="dcterms:W3CDTF">2026-07-07T23:07:12Z</dcterms:created>
  <dcterms:modified xsi:type="dcterms:W3CDTF">2026-10-12T14:35:08Z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0x010100498717118C485C4484046790F273FB1B</vt:lpwstr>
  </property>
</Properties>
</file>